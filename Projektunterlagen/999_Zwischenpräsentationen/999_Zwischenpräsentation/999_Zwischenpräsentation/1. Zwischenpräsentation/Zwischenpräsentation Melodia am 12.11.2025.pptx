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0"/>
  </p:notesMasterIdLst>
  <p:handoutMasterIdLst>
    <p:handoutMasterId r:id="rId21"/>
  </p:handoutMasterIdLst>
  <p:sldIdLst>
    <p:sldId id="334" r:id="rId5"/>
    <p:sldId id="316" r:id="rId6"/>
    <p:sldId id="350" r:id="rId7"/>
    <p:sldId id="343" r:id="rId8"/>
    <p:sldId id="342" r:id="rId9"/>
    <p:sldId id="354" r:id="rId10"/>
    <p:sldId id="355" r:id="rId11"/>
    <p:sldId id="357" r:id="rId12"/>
    <p:sldId id="358" r:id="rId13"/>
    <p:sldId id="351" r:id="rId14"/>
    <p:sldId id="356" r:id="rId15"/>
    <p:sldId id="352" r:id="rId16"/>
    <p:sldId id="353" r:id="rId17"/>
    <p:sldId id="336" r:id="rId18"/>
    <p:sldId id="349" r:id="rId19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CC4"/>
    <a:srgbClr val="B75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1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897A712-BCE0-48E1-9249-75F8D4C7A8A7}" type="datetime1">
              <a:rPr lang="de-DE" smtClean="0"/>
              <a:t>12.11.2025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397C78D2-97D1-4B37-BDD1-08A09BD4CA9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F785A7A-6A0C-413D-886D-6A2F0BCC7B27}" type="datetime1">
              <a:rPr lang="de-DE" smtClean="0"/>
              <a:pPr/>
              <a:t>12.11.2025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5939589-3E79-4C82-AA4A-FE78234FAA5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D53E9-0586-ED6F-E422-CEA092B0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420D58C-18B3-A39F-C58E-D14444FAB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CA9282-10F1-93A9-4D57-F7B9DC54D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AF1D83-780C-8929-A787-12CCEB4C5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337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093E-79A7-0354-5C43-1E62F3D4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10C866-4319-EC03-035B-A9507F19C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A391BA-89DD-AA22-012C-2106A90D5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486CF0-CCDA-70FD-05A6-C0F74A069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6531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058C-4380-CC71-6C53-A654240B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B0508A-6CA6-FF91-58DD-3C98AEBF7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086754F-5A0C-9B92-3DC4-CB077D8DD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74C563-9F6F-777A-7588-57222529D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1649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3E1F-1B4E-A794-1943-0CD7E317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B24145-BD7D-749C-75DA-66EB7667E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1BD3BA-4A3E-CF51-4FA6-4FED0CFAC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2E5FCD-CFF2-E69F-4084-C81B2E445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4136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5EF6-644C-EC18-9983-036D61A5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1E41B6A-0713-EDEB-D4EF-B94E81F7D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73EACD-7CB6-39E0-AF07-98B35C9C5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5A0CAD-5ECA-E407-BCE4-10E174B86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9484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603B-02F6-FA16-F763-6BE1897A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4BBF7B-1512-46B2-3453-C7899FB96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CF0C76-7D93-8BF3-D9AD-E438754F0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6FA49F-1B2D-9EFA-3AF4-1086610C3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3340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dirty="0"/>
              <a:t>Titel durch Klicken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de-DE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de-DE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3" name="Bildplatzhalt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5" name="Bildplatzhalt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de-DE" sz="1800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defRPr lang="de-DE" sz="1600"/>
            </a:lvl2pPr>
            <a:lvl3pPr marL="457200">
              <a:defRPr lang="de-DE" sz="1400"/>
            </a:lvl3pPr>
            <a:lvl4pPr marL="685800">
              <a:defRPr lang="de-DE" sz="1200"/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fik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9" name="Grafik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+ Untertitelfoli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dirty="0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de-DE" sz="4000" b="1" i="0" kern="0" cap="all" spc="0" baseline="0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lnSpc>
                <a:spcPct val="110000"/>
              </a:lnSpc>
              <a:defRPr lang="de-DE" sz="1600"/>
            </a:lvl2pPr>
            <a:lvl3pPr marL="457200">
              <a:lnSpc>
                <a:spcPct val="110000"/>
              </a:lnSpc>
              <a:defRPr lang="de-DE" sz="1400"/>
            </a:lvl3pPr>
            <a:lvl4pPr marL="685800">
              <a:lnSpc>
                <a:spcPct val="110000"/>
              </a:lnSpc>
              <a:defRPr lang="de-DE" sz="1200"/>
            </a:lvl4pPr>
            <a:lvl5pPr marL="914400">
              <a:lnSpc>
                <a:spcPct val="110000"/>
              </a:lnSpc>
              <a:defRPr lang="de-DE"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0" name="Fußzeilenplatzhalt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de-DE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de-DE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de-DE" sz="1200">
                <a:solidFill>
                  <a:schemeClr val="tx1"/>
                </a:solidFill>
              </a:defRPr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>
              <a:spcBef>
                <a:spcPts val="1200"/>
              </a:spcBef>
              <a:defRPr lang="de-DE" sz="1800"/>
            </a:lvl2pPr>
            <a:lvl3pPr marL="914400">
              <a:spcBef>
                <a:spcPts val="1200"/>
              </a:spcBef>
              <a:defRPr lang="de-DE" sz="1800"/>
            </a:lvl3pPr>
            <a:lvl4pPr marL="1371600">
              <a:spcBef>
                <a:spcPts val="1200"/>
              </a:spcBef>
              <a:defRPr lang="de-DE" sz="1800"/>
            </a:lvl4pPr>
            <a:lvl5pPr marL="18288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800"/>
            </a:lvl2pPr>
            <a:lvl3pPr>
              <a:spcBef>
                <a:spcPts val="1200"/>
              </a:spcBef>
              <a:defRPr lang="de-DE" sz="1800"/>
            </a:lvl3pPr>
            <a:lvl4pPr>
              <a:spcBef>
                <a:spcPts val="1200"/>
              </a:spcBef>
              <a:defRPr lang="de-DE" sz="1800"/>
            </a:lvl4pPr>
            <a:lvl5pPr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fik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7" name="Grafik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8" name="Grafik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fik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" name="Grafik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" name="Grafik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blasen und Titel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de-DE" sz="48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" name="Grafik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" name="Grafik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t>‹Nr.›</a:t>
            </a:fld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de-DE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de-DE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Melodia</a:t>
            </a:r>
            <a:br>
              <a:rPr lang="de-DE" dirty="0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</a:br>
            <a:r>
              <a:rPr lang="de-DE" dirty="0" err="1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Feel</a:t>
            </a:r>
            <a:r>
              <a:rPr lang="de-DE" dirty="0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 </a:t>
            </a:r>
            <a:r>
              <a:rPr lang="de-DE" dirty="0" err="1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the</a:t>
            </a:r>
            <a:r>
              <a:rPr lang="de-DE" dirty="0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 </a:t>
            </a:r>
            <a:r>
              <a:rPr lang="de-DE" dirty="0" err="1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Rythm</a:t>
            </a:r>
            <a:r>
              <a:rPr lang="de-DE" dirty="0">
                <a:gradFill flip="none" rotWithShape="1">
                  <a:gsLst>
                    <a:gs pos="49500">
                      <a:srgbClr val="00B0F0"/>
                    </a:gs>
                    <a:gs pos="0">
                      <a:srgbClr val="B20CC4"/>
                    </a:gs>
                    <a:gs pos="100000">
                      <a:srgbClr val="92D050"/>
                    </a:gs>
                  </a:gsLst>
                  <a:lin ang="0" scaled="1"/>
                  <a:tileRect/>
                </a:gra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Agenda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3077" r="13077"/>
          <a:stretch/>
        </p:blipFill>
        <p:spPr/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>
            <a:normAutofit lnSpcReduction="10000"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Die Idee</a:t>
            </a:r>
          </a:p>
          <a:p>
            <a:pPr rtl="0"/>
            <a:r>
              <a:rPr lang="de-DE" dirty="0"/>
              <a:t>Technische Umsetzung</a:t>
            </a:r>
          </a:p>
          <a:p>
            <a:pPr rtl="0"/>
            <a:r>
              <a:rPr lang="de-DE" dirty="0"/>
              <a:t>Aktueller Stand</a:t>
            </a:r>
          </a:p>
          <a:p>
            <a:pPr rtl="0"/>
            <a:r>
              <a:rPr lang="de-DE" dirty="0"/>
              <a:t>Blick in die Zukunft</a:t>
            </a:r>
          </a:p>
          <a:p>
            <a:r>
              <a:rPr lang="de-DE" dirty="0"/>
              <a:t>Design</a:t>
            </a:r>
          </a:p>
          <a:p>
            <a:pPr rtl="0"/>
            <a:r>
              <a:rPr lang="de-DE" dirty="0"/>
              <a:t>Live Demo</a:t>
            </a:r>
          </a:p>
          <a:p>
            <a:pPr rtl="0"/>
            <a:r>
              <a:rPr lang="de-DE" dirty="0"/>
              <a:t>Fazit</a:t>
            </a:r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6204B-AA52-F115-4EBD-DA877DE7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Idee</a:t>
            </a:r>
            <a:endParaRPr lang="de-AT" dirty="0"/>
          </a:p>
        </p:txBody>
      </p:sp>
      <p:pic>
        <p:nvPicPr>
          <p:cNvPr id="6" name="Bildplatzhalter 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137724B-19EE-683F-4F1D-A7E8210D71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3077" r="13077"/>
          <a:stretch>
            <a:fillRect/>
          </a:stretch>
        </p:blipFill>
        <p:spPr/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1CD0A8-403C-C644-6ADE-F1A55B82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Web-Anwendung – Spiel, um Songs zu erraten</a:t>
            </a:r>
          </a:p>
          <a:p>
            <a:pPr marL="285750" indent="-285750">
              <a:buFontTx/>
              <a:buChar char="-"/>
            </a:pPr>
            <a:r>
              <a:rPr lang="de-DE" dirty="0"/>
              <a:t>Nutzer hört kurzen Ausschnitt → muss Titel oder Künstler erraten</a:t>
            </a:r>
          </a:p>
          <a:p>
            <a:pPr marL="285750" indent="-285750">
              <a:buFontTx/>
              <a:buChar char="-"/>
            </a:pPr>
            <a:r>
              <a:rPr lang="de-AT" dirty="0"/>
              <a:t>Punkte- und Zeitbasiertes Spielsystem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06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Technische Umsetzung</a:t>
            </a:r>
          </a:p>
        </p:txBody>
      </p:sp>
      <p:pic>
        <p:nvPicPr>
          <p:cNvPr id="6" name="Bildplatzhalter 21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077" r="13077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Technische Umsetzung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1317615" y="895646"/>
            <a:ext cx="2378085" cy="1956928"/>
          </a:xfr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285750" indent="-285750" rtl="0">
              <a:buFontTx/>
              <a:buChar char="-"/>
            </a:pPr>
            <a:r>
              <a:rPr lang="de-DE" dirty="0"/>
              <a:t>Programmiersprachen: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Frontend: Vue.js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Backend: Express.js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Datenbank: MongoDB</a:t>
            </a:r>
          </a:p>
          <a:p>
            <a:pPr marL="285750" indent="-285750">
              <a:buFontTx/>
              <a:buChar char="-"/>
            </a:pPr>
            <a:r>
              <a:rPr lang="de-DE" dirty="0"/>
              <a:t>Ursprünglich geplant: Spotify API</a:t>
            </a:r>
          </a:p>
          <a:p>
            <a:pPr marL="285750" indent="-285750">
              <a:buFontTx/>
              <a:buChar char="-"/>
            </a:pPr>
            <a:r>
              <a:rPr lang="de-DE" dirty="0"/>
              <a:t>Lösung: eigene .mp3 Dateien eingebunden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Suche nach alternativer API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08B87-515F-621D-371C-FB924B21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64678-EAF4-B169-7C1E-A7DEB44F5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Aktueller Stand</a:t>
            </a:r>
          </a:p>
        </p:txBody>
      </p:sp>
      <p:pic>
        <p:nvPicPr>
          <p:cNvPr id="6" name="Bildplatzhalter 21">
            <a:extLst>
              <a:ext uri="{FF2B5EF4-FFF2-40B4-BE49-F238E27FC236}">
                <a16:creationId xmlns:a16="http://schemas.microsoft.com/office/drawing/2014/main" id="{1D591397-49C4-CF54-C593-DEDF54DAFF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077" r="13077"/>
          <a:stretch/>
        </p:blipFill>
        <p:spPr/>
      </p:pic>
    </p:spTree>
    <p:extLst>
      <p:ext uri="{BB962C8B-B14F-4D97-AF65-F5344CB8AC3E}">
        <p14:creationId xmlns:p14="http://schemas.microsoft.com/office/powerpoint/2010/main" val="264313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F3B9F-6CC4-6243-1003-F3C1639A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ABF496EC-8B81-04A0-E8E2-DA4AE9AE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Aktueller Stand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42F1110E-C979-5AF5-5070-ABDBC1837E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1317615" y="895646"/>
            <a:ext cx="2378085" cy="1956928"/>
          </a:xfr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696A8D-562D-F9B1-546F-9A497B380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285750" indent="-285750">
              <a:buFontTx/>
              <a:buChar char="-"/>
            </a:pPr>
            <a:r>
              <a:rPr lang="de-DE" dirty="0"/>
              <a:t>Grundidee teilweise umgesetzt</a:t>
            </a:r>
          </a:p>
          <a:p>
            <a:pPr marL="285750" indent="-285750">
              <a:buFontTx/>
              <a:buChar char="-"/>
            </a:pPr>
            <a:r>
              <a:rPr lang="de-DE" dirty="0"/>
              <a:t>.mp3 </a:t>
            </a:r>
            <a:r>
              <a:rPr lang="de-DE" dirty="0" err="1"/>
              <a:t>Verison</a:t>
            </a:r>
            <a:r>
              <a:rPr lang="de-DE" dirty="0"/>
              <a:t> läuft (?)</a:t>
            </a:r>
          </a:p>
          <a:p>
            <a:pPr marL="285750" indent="-285750">
              <a:buFontTx/>
              <a:buChar char="-"/>
            </a:pPr>
            <a:r>
              <a:rPr lang="de-DE" dirty="0"/>
              <a:t>UI-Design zu 90% fertig</a:t>
            </a:r>
          </a:p>
          <a:p>
            <a:pPr marL="285750" indent="-285750">
              <a:buFontTx/>
              <a:buChar char="-"/>
            </a:pPr>
            <a:r>
              <a:rPr lang="de-DE" dirty="0"/>
              <a:t>Authentifizierung mit Sicherheitsfunktionen</a:t>
            </a:r>
          </a:p>
        </p:txBody>
      </p:sp>
    </p:spTree>
    <p:extLst>
      <p:ext uri="{BB962C8B-B14F-4D97-AF65-F5344CB8AC3E}">
        <p14:creationId xmlns:p14="http://schemas.microsoft.com/office/powerpoint/2010/main" val="1152282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6BB6-071B-97C0-3670-D704C8E9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EBD417-4365-0F3D-1102-53350F097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Blick in die Zukunft</a:t>
            </a:r>
          </a:p>
        </p:txBody>
      </p:sp>
      <p:pic>
        <p:nvPicPr>
          <p:cNvPr id="6" name="Bildplatzhalter 21">
            <a:extLst>
              <a:ext uri="{FF2B5EF4-FFF2-40B4-BE49-F238E27FC236}">
                <a16:creationId xmlns:a16="http://schemas.microsoft.com/office/drawing/2014/main" id="{C7B86590-0393-0A3A-8273-63E118B30D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077" r="13077"/>
          <a:stretch/>
        </p:blipFill>
        <p:spPr/>
      </p:pic>
    </p:spTree>
    <p:extLst>
      <p:ext uri="{BB962C8B-B14F-4D97-AF65-F5344CB8AC3E}">
        <p14:creationId xmlns:p14="http://schemas.microsoft.com/office/powerpoint/2010/main" val="3698062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3CF-100C-124D-485D-AE1757C7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75F84609-2BBC-6286-FA12-01034762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Blick in die Zukunft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12955098-A02A-FDEE-B826-6164936EF3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1317615" y="895646"/>
            <a:ext cx="2378085" cy="1956928"/>
          </a:xfr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E2C94F-F9A0-BD58-75F0-B9D57267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285750" indent="-285750">
              <a:buFontTx/>
              <a:buChar char="-"/>
            </a:pPr>
            <a:r>
              <a:rPr lang="de-DE" dirty="0"/>
              <a:t>Alternative API einbinden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Optional: Online-Spielmodus (mit Freunden spielen)</a:t>
            </a:r>
          </a:p>
          <a:p>
            <a:pPr marL="285750" indent="-285750">
              <a:buFontTx/>
              <a:buChar char="-"/>
            </a:pPr>
            <a:r>
              <a:rPr lang="de-DE" dirty="0"/>
              <a:t>Falls keine API möglich: mehr Songs einbinden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Optional: User können selbst Songs einbinden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Highscore System</a:t>
            </a:r>
          </a:p>
          <a:p>
            <a:pPr marL="285750" indent="-285750">
              <a:buFontTx/>
              <a:buChar char="-"/>
            </a:pPr>
            <a:r>
              <a:rPr lang="de-DE" dirty="0"/>
              <a:t>Songs nach Kategorien, </a:t>
            </a:r>
            <a:r>
              <a:rPr lang="de-DE" dirty="0" err="1"/>
              <a:t>Jahrzent</a:t>
            </a:r>
            <a:r>
              <a:rPr lang="de-DE" dirty="0"/>
              <a:t>, etc. gefiltert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2115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9AC2-B13D-FAE8-B923-4E452379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CA3797-F9B3-D9AF-B183-5ABB5C9A19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Design</a:t>
            </a:r>
          </a:p>
        </p:txBody>
      </p:sp>
      <p:pic>
        <p:nvPicPr>
          <p:cNvPr id="6" name="Bildplatzhalter 21">
            <a:extLst>
              <a:ext uri="{FF2B5EF4-FFF2-40B4-BE49-F238E27FC236}">
                <a16:creationId xmlns:a16="http://schemas.microsoft.com/office/drawing/2014/main" id="{CC8FDC6D-89C8-DA7C-1DD4-7F652919FE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077" r="13077"/>
          <a:stretch/>
        </p:blipFill>
        <p:spPr/>
      </p:pic>
    </p:spTree>
    <p:extLst>
      <p:ext uri="{BB962C8B-B14F-4D97-AF65-F5344CB8AC3E}">
        <p14:creationId xmlns:p14="http://schemas.microsoft.com/office/powerpoint/2010/main" val="117118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295E-E50C-CAA2-45DF-2C5C673E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2426D64B-5014-5355-C796-A60A80A7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Design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C96FEBB4-8D6C-24D9-E2EC-5C3EE38C55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1317615" y="895646"/>
            <a:ext cx="2378085" cy="1956928"/>
          </a:xfr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8606A1-ED75-34CB-3DE9-1926D9EB3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285750" indent="-285750">
              <a:buFontTx/>
              <a:buChar char="-"/>
            </a:pPr>
            <a:r>
              <a:rPr lang="de-DE" dirty="0"/>
              <a:t>Benutzerfreundliche Oberfläche – Minimalistisch</a:t>
            </a:r>
          </a:p>
          <a:p>
            <a:pPr marL="285750" indent="-285750">
              <a:buFontTx/>
              <a:buChar char="-"/>
            </a:pPr>
            <a:r>
              <a:rPr lang="de-DE" dirty="0"/>
              <a:t>Fokus: schnelle Navigation</a:t>
            </a:r>
          </a:p>
          <a:p>
            <a:pPr marL="285750" indent="-285750">
              <a:buFontTx/>
              <a:buChar char="-"/>
            </a:pPr>
            <a:r>
              <a:rPr lang="de-DE" dirty="0"/>
              <a:t>Modernes, futuristisches Design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494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31C88FE-79C0-7D54-3688-0193EB41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69" y="335416"/>
            <a:ext cx="6468378" cy="294363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96C5EE2-23FE-B8E6-C1D7-340F9C491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642" y="2450683"/>
            <a:ext cx="6373114" cy="360095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6BC372C-B647-F9D5-8608-4A7BA4813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151" y="3545458"/>
            <a:ext cx="446784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9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93DA-9717-9190-25F4-BDC2A338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8BAC8DB-442C-0288-3F05-98EE60A9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17" y="155275"/>
            <a:ext cx="9930297" cy="37421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6436116-41E1-3CB7-0A90-139A1FCA0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430" y="3559270"/>
            <a:ext cx="9310777" cy="219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1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kern="0" dirty="0"/>
              <a:t>Vielen Dank</a:t>
            </a:r>
          </a:p>
        </p:txBody>
      </p:sp>
      <p:pic>
        <p:nvPicPr>
          <p:cNvPr id="5" name="Bildplatzhalter 14" descr="Berge kurz vor der Abenddämmerung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Brita Tamm</a:t>
            </a:r>
          </a:p>
          <a:p>
            <a:pPr rtl="0"/>
            <a:r>
              <a:rPr lang="de-DE" dirty="0"/>
              <a:t>502-555-0152</a:t>
            </a:r>
          </a:p>
          <a:p>
            <a:pPr rtl="0"/>
            <a:r>
              <a:rPr lang="de-DE" dirty="0"/>
              <a:t>brita@firstupconsultants.com</a:t>
            </a:r>
          </a:p>
          <a:p>
            <a:pPr rtl="0"/>
            <a:r>
              <a:rPr lang="de-DE" dirty="0"/>
              <a:t>www.firstupconsultants.com</a:t>
            </a:r>
          </a:p>
          <a:p>
            <a:pPr rtl="0"/>
            <a:endParaRPr lang="de-DE" dirty="0"/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2_TF89338750_Win32" id="{1B8D0EAE-E44A-4466-BFAE-B718E10159C7}" vid="{DB463A2D-C5D7-44D1-9C64-7F463E6424F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Galaxy-Präsentation</Template>
  <TotalTime>0</TotalTime>
  <Words>188</Words>
  <Application>Microsoft Office PowerPoint</Application>
  <PresentationFormat>Breitbild</PresentationFormat>
  <Paragraphs>59</Paragraphs>
  <Slides>15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Univers</vt:lpstr>
      <vt:lpstr>GradientVTI</vt:lpstr>
      <vt:lpstr>Melodia Feel the Rythm. </vt:lpstr>
      <vt:lpstr>Agenda</vt:lpstr>
      <vt:lpstr>Die Idee</vt:lpstr>
      <vt:lpstr>Technische Umsetzung</vt:lpstr>
      <vt:lpstr>Technische Umsetzung</vt:lpstr>
      <vt:lpstr>Aktueller Stand</vt:lpstr>
      <vt:lpstr>Aktueller Stand</vt:lpstr>
      <vt:lpstr>Blick in die Zukunft</vt:lpstr>
      <vt:lpstr>Blick in die Zukunft</vt:lpstr>
      <vt:lpstr>Design</vt:lpstr>
      <vt:lpstr>Design</vt:lpstr>
      <vt:lpstr>PowerPoint-Präsentation</vt:lpstr>
      <vt:lpstr>PowerPoint-Präsentation</vt:lpstr>
      <vt:lpstr>Live Demo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Wörndle</dc:creator>
  <cp:lastModifiedBy>Linus Wörndle</cp:lastModifiedBy>
  <cp:revision>2</cp:revision>
  <dcterms:created xsi:type="dcterms:W3CDTF">2025-11-12T07:48:22Z</dcterms:created>
  <dcterms:modified xsi:type="dcterms:W3CDTF">2025-11-12T08:16:35Z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