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96" r:id="rId4"/>
  </p:sldMasterIdLst>
  <p:notesMasterIdLst>
    <p:notesMasterId r:id="rId24"/>
  </p:notesMasterIdLst>
  <p:handoutMasterIdLst>
    <p:handoutMasterId r:id="rId25"/>
  </p:handoutMasterIdLst>
  <p:sldIdLst>
    <p:sldId id="334" r:id="rId5"/>
    <p:sldId id="316" r:id="rId6"/>
    <p:sldId id="359" r:id="rId7"/>
    <p:sldId id="350" r:id="rId8"/>
    <p:sldId id="369" r:id="rId9"/>
    <p:sldId id="370" r:id="rId10"/>
    <p:sldId id="360" r:id="rId11"/>
    <p:sldId id="361" r:id="rId12"/>
    <p:sldId id="364" r:id="rId13"/>
    <p:sldId id="365" r:id="rId14"/>
    <p:sldId id="368" r:id="rId15"/>
    <p:sldId id="371" r:id="rId16"/>
    <p:sldId id="366" r:id="rId17"/>
    <p:sldId id="367" r:id="rId18"/>
    <p:sldId id="352" r:id="rId19"/>
    <p:sldId id="336" r:id="rId20"/>
    <p:sldId id="362" r:id="rId21"/>
    <p:sldId id="363" r:id="rId22"/>
    <p:sldId id="349" r:id="rId23"/>
  </p:sldIdLst>
  <p:sldSz cx="12192000" cy="6858000"/>
  <p:notesSz cx="6858000" cy="9144000"/>
  <p:defaultTextStyle>
    <a:defPPr rtl="0">
      <a:defRPr lang="de-DE"/>
    </a:defPPr>
    <a:lvl1pPr marL="0" algn="l" defTabSz="914400" rtl="0" eaLnBrk="1" latinLnBrk="0" hangingPunct="1">
      <a:defRPr lang="de-DE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de-DE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de-DE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de-DE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de-DE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de-DE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de-DE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de-DE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de-DE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392" userDrawn="1">
          <p15:clr>
            <a:srgbClr val="A4A3A4"/>
          </p15:clr>
        </p15:guide>
        <p15:guide id="2" pos="7056" userDrawn="1">
          <p15:clr>
            <a:srgbClr val="A4A3A4"/>
          </p15:clr>
        </p15:guide>
        <p15:guide id="3" orient="horz" pos="3168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723FB"/>
    <a:srgbClr val="B20CC4"/>
    <a:srgbClr val="B756D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36F9B53-1254-4518-A6C7-66BE820C9859}" v="426" dt="2025-11-12T16:26:58.659"/>
    <p1510:client id="{E69E5257-F32F-4141-9315-BCCB48B4E0EE}" v="43" dt="2025-11-12T13:47:00.990"/>
  </p1510:revLst>
</p1510:revInfo>
</file>

<file path=ppt/tableStyles.xml><?xml version="1.0" encoding="utf-8"?>
<a:tblStyleLst xmlns:a="http://schemas.openxmlformats.org/drawingml/2006/main" def="{9DCAF9ED-07DC-4A11-8D7F-57B35C25682E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1392"/>
        <p:guide pos="7056"/>
        <p:guide orient="horz" pos="3168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notesMaster" Target="notesMasters/notesMaster1.xml"/><Relationship Id="rId32" Type="http://schemas.microsoft.com/office/2018/10/relationships/authors" Target="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challner Christian" userId="3dc005c6-cff8-44b1-855b-1b1edd4398d0" providerId="ADAL" clId="{B4B50DFA-6182-474B-92CE-DBA614D0BA29}"/>
    <pc:docChg chg="undo custSel modSld">
      <pc:chgData name="Schallner Christian" userId="3dc005c6-cff8-44b1-855b-1b1edd4398d0" providerId="ADAL" clId="{B4B50DFA-6182-474B-92CE-DBA614D0BA29}" dt="2025-11-12T13:47:36.384" v="241" actId="1076"/>
      <pc:docMkLst>
        <pc:docMk/>
      </pc:docMkLst>
      <pc:sldChg chg="modSp mod">
        <pc:chgData name="Schallner Christian" userId="3dc005c6-cff8-44b1-855b-1b1edd4398d0" providerId="ADAL" clId="{B4B50DFA-6182-474B-92CE-DBA614D0BA29}" dt="2025-11-12T13:00:48.206" v="1" actId="208"/>
        <pc:sldMkLst>
          <pc:docMk/>
          <pc:sldMk cId="3037812869" sldId="316"/>
        </pc:sldMkLst>
        <pc:picChg chg="mod">
          <ac:chgData name="Schallner Christian" userId="3dc005c6-cff8-44b1-855b-1b1edd4398d0" providerId="ADAL" clId="{B4B50DFA-6182-474B-92CE-DBA614D0BA29}" dt="2025-11-12T13:00:48.206" v="1" actId="208"/>
          <ac:picMkLst>
            <pc:docMk/>
            <pc:sldMk cId="3037812869" sldId="316"/>
            <ac:picMk id="8" creationId="{DBC8C4A6-7E07-589D-A5FF-356F3D645BB0}"/>
          </ac:picMkLst>
        </pc:picChg>
      </pc:sldChg>
      <pc:sldChg chg="modSp mod">
        <pc:chgData name="Schallner Christian" userId="3dc005c6-cff8-44b1-855b-1b1edd4398d0" providerId="ADAL" clId="{B4B50DFA-6182-474B-92CE-DBA614D0BA29}" dt="2025-11-12T13:02:26.511" v="25" actId="208"/>
        <pc:sldMkLst>
          <pc:docMk/>
          <pc:sldMk cId="4273949180" sldId="349"/>
        </pc:sldMkLst>
        <pc:picChg chg="mod">
          <ac:chgData name="Schallner Christian" userId="3dc005c6-cff8-44b1-855b-1b1edd4398d0" providerId="ADAL" clId="{B4B50DFA-6182-474B-92CE-DBA614D0BA29}" dt="2025-11-12T13:02:26.511" v="25" actId="208"/>
          <ac:picMkLst>
            <pc:docMk/>
            <pc:sldMk cId="4273949180" sldId="349"/>
            <ac:picMk id="7" creationId="{2DAA2B74-5A74-82A4-11E5-C93D83C2FDEF}"/>
          </ac:picMkLst>
        </pc:picChg>
      </pc:sldChg>
      <pc:sldChg chg="addSp modSp mod">
        <pc:chgData name="Schallner Christian" userId="3dc005c6-cff8-44b1-855b-1b1edd4398d0" providerId="ADAL" clId="{B4B50DFA-6182-474B-92CE-DBA614D0BA29}" dt="2025-11-12T13:47:36.384" v="241" actId="1076"/>
        <pc:sldMkLst>
          <pc:docMk/>
          <pc:sldMk cId="3906523681" sldId="350"/>
        </pc:sldMkLst>
        <pc:picChg chg="add mod">
          <ac:chgData name="Schallner Christian" userId="3dc005c6-cff8-44b1-855b-1b1edd4398d0" providerId="ADAL" clId="{B4B50DFA-6182-474B-92CE-DBA614D0BA29}" dt="2025-11-12T13:47:36.384" v="241" actId="1076"/>
          <ac:picMkLst>
            <pc:docMk/>
            <pc:sldMk cId="3906523681" sldId="350"/>
            <ac:picMk id="5" creationId="{7B950E56-E6F4-2D68-EE5C-380AA83D09D2}"/>
          </ac:picMkLst>
        </pc:picChg>
        <pc:picChg chg="add mod">
          <ac:chgData name="Schallner Christian" userId="3dc005c6-cff8-44b1-855b-1b1edd4398d0" providerId="ADAL" clId="{B4B50DFA-6182-474B-92CE-DBA614D0BA29}" dt="2025-11-12T13:47:32.920" v="240" actId="207"/>
          <ac:picMkLst>
            <pc:docMk/>
            <pc:sldMk cId="3906523681" sldId="350"/>
            <ac:picMk id="7" creationId="{0F1D806A-E6CA-F733-7715-524F160B8187}"/>
          </ac:picMkLst>
        </pc:picChg>
        <pc:picChg chg="mod">
          <ac:chgData name="Schallner Christian" userId="3dc005c6-cff8-44b1-855b-1b1edd4398d0" providerId="ADAL" clId="{B4B50DFA-6182-474B-92CE-DBA614D0BA29}" dt="2025-11-12T13:01:34.195" v="11" actId="208"/>
          <ac:picMkLst>
            <pc:docMk/>
            <pc:sldMk cId="3906523681" sldId="350"/>
            <ac:picMk id="10" creationId="{80FA2A57-B0AB-A23F-DD1C-E82B6893319C}"/>
          </ac:picMkLst>
        </pc:picChg>
      </pc:sldChg>
      <pc:sldChg chg="addSp modSp mod">
        <pc:chgData name="Schallner Christian" userId="3dc005c6-cff8-44b1-855b-1b1edd4398d0" providerId="ADAL" clId="{B4B50DFA-6182-474B-92CE-DBA614D0BA29}" dt="2025-11-12T13:04:27.802" v="44" actId="167"/>
        <pc:sldMkLst>
          <pc:docMk/>
          <pc:sldMk cId="684194020" sldId="352"/>
        </pc:sldMkLst>
        <pc:spChg chg="add mod ord">
          <ac:chgData name="Schallner Christian" userId="3dc005c6-cff8-44b1-855b-1b1edd4398d0" providerId="ADAL" clId="{B4B50DFA-6182-474B-92CE-DBA614D0BA29}" dt="2025-11-12T13:04:14.889" v="41" actId="2085"/>
          <ac:spMkLst>
            <pc:docMk/>
            <pc:sldMk cId="684194020" sldId="352"/>
            <ac:spMk id="2" creationId="{E4702C1C-C233-16BF-09AE-43007843B7C5}"/>
          </ac:spMkLst>
        </pc:spChg>
        <pc:spChg chg="add mod ord">
          <ac:chgData name="Schallner Christian" userId="3dc005c6-cff8-44b1-855b-1b1edd4398d0" providerId="ADAL" clId="{B4B50DFA-6182-474B-92CE-DBA614D0BA29}" dt="2025-11-12T13:04:14.889" v="41" actId="2085"/>
          <ac:spMkLst>
            <pc:docMk/>
            <pc:sldMk cId="684194020" sldId="352"/>
            <ac:spMk id="3" creationId="{126C66BF-F670-5817-7233-D11BF26A50D6}"/>
          </ac:spMkLst>
        </pc:spChg>
        <pc:spChg chg="add mod ord">
          <ac:chgData name="Schallner Christian" userId="3dc005c6-cff8-44b1-855b-1b1edd4398d0" providerId="ADAL" clId="{B4B50DFA-6182-474B-92CE-DBA614D0BA29}" dt="2025-11-12T13:04:27.802" v="44" actId="167"/>
          <ac:spMkLst>
            <pc:docMk/>
            <pc:sldMk cId="684194020" sldId="352"/>
            <ac:spMk id="4" creationId="{6E83C557-7134-D779-D0EF-5BA3FC792DF4}"/>
          </ac:spMkLst>
        </pc:spChg>
      </pc:sldChg>
      <pc:sldChg chg="modSp mod">
        <pc:chgData name="Schallner Christian" userId="3dc005c6-cff8-44b1-855b-1b1edd4398d0" providerId="ADAL" clId="{B4B50DFA-6182-474B-92CE-DBA614D0BA29}" dt="2025-11-12T13:00:54.421" v="3" actId="208"/>
        <pc:sldMkLst>
          <pc:docMk/>
          <pc:sldMk cId="2386939803" sldId="359"/>
        </pc:sldMkLst>
        <pc:picChg chg="mod">
          <ac:chgData name="Schallner Christian" userId="3dc005c6-cff8-44b1-855b-1b1edd4398d0" providerId="ADAL" clId="{B4B50DFA-6182-474B-92CE-DBA614D0BA29}" dt="2025-11-12T13:00:54.421" v="3" actId="208"/>
          <ac:picMkLst>
            <pc:docMk/>
            <pc:sldMk cId="2386939803" sldId="359"/>
            <ac:picMk id="7" creationId="{8455B39F-1ED2-D546-ECCB-E7D49508B6D7}"/>
          </ac:picMkLst>
        </pc:picChg>
      </pc:sldChg>
      <pc:sldChg chg="modSp mod">
        <pc:chgData name="Schallner Christian" userId="3dc005c6-cff8-44b1-855b-1b1edd4398d0" providerId="ADAL" clId="{B4B50DFA-6182-474B-92CE-DBA614D0BA29}" dt="2025-11-12T13:01:05.386" v="6" actId="208"/>
        <pc:sldMkLst>
          <pc:docMk/>
          <pc:sldMk cId="2224978905" sldId="360"/>
        </pc:sldMkLst>
        <pc:picChg chg="mod">
          <ac:chgData name="Schallner Christian" userId="3dc005c6-cff8-44b1-855b-1b1edd4398d0" providerId="ADAL" clId="{B4B50DFA-6182-474B-92CE-DBA614D0BA29}" dt="2025-11-12T13:01:05.386" v="6" actId="208"/>
          <ac:picMkLst>
            <pc:docMk/>
            <pc:sldMk cId="2224978905" sldId="360"/>
            <ac:picMk id="7" creationId="{39B58F6C-227F-B795-863D-B22FF3BB9AE6}"/>
          </ac:picMkLst>
        </pc:picChg>
      </pc:sldChg>
      <pc:sldChg chg="addSp modSp mod">
        <pc:chgData name="Schallner Christian" userId="3dc005c6-cff8-44b1-855b-1b1edd4398d0" providerId="ADAL" clId="{B4B50DFA-6182-474B-92CE-DBA614D0BA29}" dt="2025-11-12T13:44:56.381" v="226" actId="1076"/>
        <pc:sldMkLst>
          <pc:docMk/>
          <pc:sldMk cId="1653632154" sldId="361"/>
        </pc:sldMkLst>
        <pc:picChg chg="add mod">
          <ac:chgData name="Schallner Christian" userId="3dc005c6-cff8-44b1-855b-1b1edd4398d0" providerId="ADAL" clId="{B4B50DFA-6182-474B-92CE-DBA614D0BA29}" dt="2025-11-12T13:44:56.381" v="226" actId="1076"/>
          <ac:picMkLst>
            <pc:docMk/>
            <pc:sldMk cId="1653632154" sldId="361"/>
            <ac:picMk id="5" creationId="{7CBD705B-A0C7-4B37-7338-EFF0C79A5FB7}"/>
          </ac:picMkLst>
        </pc:picChg>
        <pc:picChg chg="add mod">
          <ac:chgData name="Schallner Christian" userId="3dc005c6-cff8-44b1-855b-1b1edd4398d0" providerId="ADAL" clId="{B4B50DFA-6182-474B-92CE-DBA614D0BA29}" dt="2025-11-12T13:43:39.999" v="214" actId="207"/>
          <ac:picMkLst>
            <pc:docMk/>
            <pc:sldMk cId="1653632154" sldId="361"/>
            <ac:picMk id="7" creationId="{3F252861-3F64-9937-284A-63841DB4774A}"/>
          </ac:picMkLst>
        </pc:picChg>
        <pc:picChg chg="add mod">
          <ac:chgData name="Schallner Christian" userId="3dc005c6-cff8-44b1-855b-1b1edd4398d0" providerId="ADAL" clId="{B4B50DFA-6182-474B-92CE-DBA614D0BA29}" dt="2025-11-12T13:44:39.117" v="222" actId="207"/>
          <ac:picMkLst>
            <pc:docMk/>
            <pc:sldMk cId="1653632154" sldId="361"/>
            <ac:picMk id="9" creationId="{87F4C48F-8E7F-99FD-5F23-1CB802271A28}"/>
          </ac:picMkLst>
        </pc:picChg>
        <pc:picChg chg="mod">
          <ac:chgData name="Schallner Christian" userId="3dc005c6-cff8-44b1-855b-1b1edd4398d0" providerId="ADAL" clId="{B4B50DFA-6182-474B-92CE-DBA614D0BA29}" dt="2025-11-12T13:01:28.819" v="9" actId="208"/>
          <ac:picMkLst>
            <pc:docMk/>
            <pc:sldMk cId="1653632154" sldId="361"/>
            <ac:picMk id="10" creationId="{3874CDF6-7B54-CAD9-BA2C-B3B5BED93102}"/>
          </ac:picMkLst>
        </pc:picChg>
        <pc:picChg chg="add mod">
          <ac:chgData name="Schallner Christian" userId="3dc005c6-cff8-44b1-855b-1b1edd4398d0" providerId="ADAL" clId="{B4B50DFA-6182-474B-92CE-DBA614D0BA29}" dt="2025-11-12T13:44:34.556" v="221" actId="207"/>
          <ac:picMkLst>
            <pc:docMk/>
            <pc:sldMk cId="1653632154" sldId="361"/>
            <ac:picMk id="12" creationId="{E515A999-BEB6-D153-E859-F063A64F7379}"/>
          </ac:picMkLst>
        </pc:picChg>
      </pc:sldChg>
      <pc:sldChg chg="modSp mod">
        <pc:chgData name="Schallner Christian" userId="3dc005c6-cff8-44b1-855b-1b1edd4398d0" providerId="ADAL" clId="{B4B50DFA-6182-474B-92CE-DBA614D0BA29}" dt="2025-11-12T13:01:57.814" v="17" actId="207"/>
        <pc:sldMkLst>
          <pc:docMk/>
          <pc:sldMk cId="2086183247" sldId="362"/>
        </pc:sldMkLst>
        <pc:picChg chg="mod">
          <ac:chgData name="Schallner Christian" userId="3dc005c6-cff8-44b1-855b-1b1edd4398d0" providerId="ADAL" clId="{B4B50DFA-6182-474B-92CE-DBA614D0BA29}" dt="2025-11-12T13:01:57.814" v="17" actId="207"/>
          <ac:picMkLst>
            <pc:docMk/>
            <pc:sldMk cId="2086183247" sldId="362"/>
            <ac:picMk id="7" creationId="{214956BE-C0B4-8E40-4BA3-067F34CCD3FC}"/>
          </ac:picMkLst>
        </pc:picChg>
      </pc:sldChg>
      <pc:sldChg chg="addSp delSp modSp mod">
        <pc:chgData name="Schallner Christian" userId="3dc005c6-cff8-44b1-855b-1b1edd4398d0" providerId="ADAL" clId="{B4B50DFA-6182-474B-92CE-DBA614D0BA29}" dt="2025-11-12T13:31:06.168" v="134" actId="14100"/>
        <pc:sldMkLst>
          <pc:docMk/>
          <pc:sldMk cId="2937690081" sldId="363"/>
        </pc:sldMkLst>
        <pc:spChg chg="mod">
          <ac:chgData name="Schallner Christian" userId="3dc005c6-cff8-44b1-855b-1b1edd4398d0" providerId="ADAL" clId="{B4B50DFA-6182-474B-92CE-DBA614D0BA29}" dt="2025-11-12T13:31:06.168" v="134" actId="14100"/>
          <ac:spMkLst>
            <pc:docMk/>
            <pc:sldMk cId="2937690081" sldId="363"/>
            <ac:spMk id="4" creationId="{206757E1-778C-3F94-C186-19485C3EB4FC}"/>
          </ac:spMkLst>
        </pc:spChg>
        <pc:spChg chg="mod">
          <ac:chgData name="Schallner Christian" userId="3dc005c6-cff8-44b1-855b-1b1edd4398d0" providerId="ADAL" clId="{B4B50DFA-6182-474B-92CE-DBA614D0BA29}" dt="2025-11-12T13:29:35.232" v="115" actId="27803"/>
          <ac:spMkLst>
            <pc:docMk/>
            <pc:sldMk cId="2937690081" sldId="363"/>
            <ac:spMk id="12" creationId="{887F63BA-B1DC-AEEB-8692-4E4896ACDD6A}"/>
          </ac:spMkLst>
        </pc:spChg>
        <pc:spChg chg="mod">
          <ac:chgData name="Schallner Christian" userId="3dc005c6-cff8-44b1-855b-1b1edd4398d0" providerId="ADAL" clId="{B4B50DFA-6182-474B-92CE-DBA614D0BA29}" dt="2025-11-12T13:29:35.232" v="115" actId="27803"/>
          <ac:spMkLst>
            <pc:docMk/>
            <pc:sldMk cId="2937690081" sldId="363"/>
            <ac:spMk id="13" creationId="{36FFAF69-6AB1-90FB-02A5-40883477B61F}"/>
          </ac:spMkLst>
        </pc:spChg>
        <pc:spChg chg="mod">
          <ac:chgData name="Schallner Christian" userId="3dc005c6-cff8-44b1-855b-1b1edd4398d0" providerId="ADAL" clId="{B4B50DFA-6182-474B-92CE-DBA614D0BA29}" dt="2025-11-12T13:29:35.232" v="115" actId="27803"/>
          <ac:spMkLst>
            <pc:docMk/>
            <pc:sldMk cId="2937690081" sldId="363"/>
            <ac:spMk id="14" creationId="{FC971DC8-2015-05C4-C6B9-151F4E9FF2A9}"/>
          </ac:spMkLst>
        </pc:spChg>
        <pc:spChg chg="mod">
          <ac:chgData name="Schallner Christian" userId="3dc005c6-cff8-44b1-855b-1b1edd4398d0" providerId="ADAL" clId="{B4B50DFA-6182-474B-92CE-DBA614D0BA29}" dt="2025-11-12T13:30:07.309" v="122" actId="27803"/>
          <ac:spMkLst>
            <pc:docMk/>
            <pc:sldMk cId="2937690081" sldId="363"/>
            <ac:spMk id="16" creationId="{C34219E8-BFCC-FF66-72FC-2175DDA5C37B}"/>
          </ac:spMkLst>
        </pc:spChg>
        <pc:spChg chg="mod">
          <ac:chgData name="Schallner Christian" userId="3dc005c6-cff8-44b1-855b-1b1edd4398d0" providerId="ADAL" clId="{B4B50DFA-6182-474B-92CE-DBA614D0BA29}" dt="2025-11-12T13:30:07.309" v="122" actId="27803"/>
          <ac:spMkLst>
            <pc:docMk/>
            <pc:sldMk cId="2937690081" sldId="363"/>
            <ac:spMk id="17" creationId="{B77D7397-76F7-6B26-608C-CB54796E4704}"/>
          </ac:spMkLst>
        </pc:spChg>
        <pc:spChg chg="mod">
          <ac:chgData name="Schallner Christian" userId="3dc005c6-cff8-44b1-855b-1b1edd4398d0" providerId="ADAL" clId="{B4B50DFA-6182-474B-92CE-DBA614D0BA29}" dt="2025-11-12T13:30:07.309" v="122" actId="27803"/>
          <ac:spMkLst>
            <pc:docMk/>
            <pc:sldMk cId="2937690081" sldId="363"/>
            <ac:spMk id="18" creationId="{33BABA48-3D43-BF9C-25E9-CDF940E52D69}"/>
          </ac:spMkLst>
        </pc:spChg>
        <pc:spChg chg="mod">
          <ac:chgData name="Schallner Christian" userId="3dc005c6-cff8-44b1-855b-1b1edd4398d0" providerId="ADAL" clId="{B4B50DFA-6182-474B-92CE-DBA614D0BA29}" dt="2025-11-12T13:30:49.041" v="130" actId="1076"/>
          <ac:spMkLst>
            <pc:docMk/>
            <pc:sldMk cId="2937690081" sldId="363"/>
            <ac:spMk id="20" creationId="{C1D26090-99E7-16C8-1A29-1C0587285274}"/>
          </ac:spMkLst>
        </pc:spChg>
        <pc:spChg chg="mod">
          <ac:chgData name="Schallner Christian" userId="3dc005c6-cff8-44b1-855b-1b1edd4398d0" providerId="ADAL" clId="{B4B50DFA-6182-474B-92CE-DBA614D0BA29}" dt="2025-11-12T13:30:14.420" v="126" actId="27803"/>
          <ac:spMkLst>
            <pc:docMk/>
            <pc:sldMk cId="2937690081" sldId="363"/>
            <ac:spMk id="21" creationId="{E6FC9443-6987-6A5B-6A70-06DC16CE4423}"/>
          </ac:spMkLst>
        </pc:spChg>
        <pc:spChg chg="mod">
          <ac:chgData name="Schallner Christian" userId="3dc005c6-cff8-44b1-855b-1b1edd4398d0" providerId="ADAL" clId="{B4B50DFA-6182-474B-92CE-DBA614D0BA29}" dt="2025-11-12T13:30:14.420" v="126" actId="27803"/>
          <ac:spMkLst>
            <pc:docMk/>
            <pc:sldMk cId="2937690081" sldId="363"/>
            <ac:spMk id="22" creationId="{184A0661-35A8-40CA-A2C9-C79D63977125}"/>
          </ac:spMkLst>
        </pc:spChg>
        <pc:grpChg chg="add del mod">
          <ac:chgData name="Schallner Christian" userId="3dc005c6-cff8-44b1-855b-1b1edd4398d0" providerId="ADAL" clId="{B4B50DFA-6182-474B-92CE-DBA614D0BA29}" dt="2025-11-12T13:29:35.232" v="115" actId="27803"/>
          <ac:grpSpMkLst>
            <pc:docMk/>
            <pc:sldMk cId="2937690081" sldId="363"/>
            <ac:grpSpMk id="11" creationId="{FB7B3F63-4810-B6A2-7A01-FB360E44D15F}"/>
          </ac:grpSpMkLst>
        </pc:grpChg>
        <pc:grpChg chg="add del mod">
          <ac:chgData name="Schallner Christian" userId="3dc005c6-cff8-44b1-855b-1b1edd4398d0" providerId="ADAL" clId="{B4B50DFA-6182-474B-92CE-DBA614D0BA29}" dt="2025-11-12T13:30:07.309" v="122" actId="27803"/>
          <ac:grpSpMkLst>
            <pc:docMk/>
            <pc:sldMk cId="2937690081" sldId="363"/>
            <ac:grpSpMk id="15" creationId="{E114A367-D796-4E1E-E1F7-370AF1CD76AD}"/>
          </ac:grpSpMkLst>
        </pc:grpChg>
        <pc:grpChg chg="del mod">
          <ac:chgData name="Schallner Christian" userId="3dc005c6-cff8-44b1-855b-1b1edd4398d0" providerId="ADAL" clId="{B4B50DFA-6182-474B-92CE-DBA614D0BA29}" dt="2025-11-12T13:30:14.420" v="126" actId="27803"/>
          <ac:grpSpMkLst>
            <pc:docMk/>
            <pc:sldMk cId="2937690081" sldId="363"/>
            <ac:grpSpMk id="19" creationId="{0120E61D-6BA0-DD3A-453C-24D64B715584}"/>
          </ac:grpSpMkLst>
        </pc:grpChg>
        <pc:picChg chg="add mod">
          <ac:chgData name="Schallner Christian" userId="3dc005c6-cff8-44b1-855b-1b1edd4398d0" providerId="ADAL" clId="{B4B50DFA-6182-474B-92CE-DBA614D0BA29}" dt="2025-11-12T13:30:58.287" v="131" actId="1076"/>
          <ac:picMkLst>
            <pc:docMk/>
            <pc:sldMk cId="2937690081" sldId="363"/>
            <ac:picMk id="5" creationId="{2BF3490C-8BAC-F7DC-709F-16BAF9334FD9}"/>
          </ac:picMkLst>
        </pc:picChg>
        <pc:picChg chg="add del mod">
          <ac:chgData name="Schallner Christian" userId="3dc005c6-cff8-44b1-855b-1b1edd4398d0" providerId="ADAL" clId="{B4B50DFA-6182-474B-92CE-DBA614D0BA29}" dt="2025-11-12T13:28:23.368" v="96" actId="478"/>
          <ac:picMkLst>
            <pc:docMk/>
            <pc:sldMk cId="2937690081" sldId="363"/>
            <ac:picMk id="7" creationId="{3E5A1142-19EE-3F99-0850-49FDF7C1FE59}"/>
          </ac:picMkLst>
        </pc:picChg>
        <pc:picChg chg="add del mod">
          <ac:chgData name="Schallner Christian" userId="3dc005c6-cff8-44b1-855b-1b1edd4398d0" providerId="ADAL" clId="{B4B50DFA-6182-474B-92CE-DBA614D0BA29}" dt="2025-11-12T13:30:14.420" v="126" actId="27803"/>
          <ac:picMkLst>
            <pc:docMk/>
            <pc:sldMk cId="2937690081" sldId="363"/>
            <ac:picMk id="9" creationId="{32D49E2D-4565-8A1A-9F90-63FD1E5D80ED}"/>
          </ac:picMkLst>
        </pc:picChg>
        <pc:picChg chg="mod">
          <ac:chgData name="Schallner Christian" userId="3dc005c6-cff8-44b1-855b-1b1edd4398d0" providerId="ADAL" clId="{B4B50DFA-6182-474B-92CE-DBA614D0BA29}" dt="2025-11-12T13:02:04.757" v="19" actId="208"/>
          <ac:picMkLst>
            <pc:docMk/>
            <pc:sldMk cId="2937690081" sldId="363"/>
            <ac:picMk id="10" creationId="{FF34C802-8672-BEA6-925C-39ACAFD02955}"/>
          </ac:picMkLst>
        </pc:picChg>
      </pc:sldChg>
      <pc:sldChg chg="modSp mod">
        <pc:chgData name="Schallner Christian" userId="3dc005c6-cff8-44b1-855b-1b1edd4398d0" providerId="ADAL" clId="{B4B50DFA-6182-474B-92CE-DBA614D0BA29}" dt="2025-11-12T13:01:41.281" v="13" actId="208"/>
        <pc:sldMkLst>
          <pc:docMk/>
          <pc:sldMk cId="4037029130" sldId="364"/>
        </pc:sldMkLst>
        <pc:picChg chg="mod">
          <ac:chgData name="Schallner Christian" userId="3dc005c6-cff8-44b1-855b-1b1edd4398d0" providerId="ADAL" clId="{B4B50DFA-6182-474B-92CE-DBA614D0BA29}" dt="2025-11-12T13:01:41.281" v="13" actId="208"/>
          <ac:picMkLst>
            <pc:docMk/>
            <pc:sldMk cId="4037029130" sldId="364"/>
            <ac:picMk id="7" creationId="{0F4A1AB8-27A9-86E4-6B3F-FCB66A736112}"/>
          </ac:picMkLst>
        </pc:picChg>
      </pc:sldChg>
      <pc:sldChg chg="addSp delSp modSp mod">
        <pc:chgData name="Schallner Christian" userId="3dc005c6-cff8-44b1-855b-1b1edd4398d0" providerId="ADAL" clId="{B4B50DFA-6182-474B-92CE-DBA614D0BA29}" dt="2025-11-12T13:40:27.751" v="202" actId="207"/>
        <pc:sldMkLst>
          <pc:docMk/>
          <pc:sldMk cId="2375683402" sldId="365"/>
        </pc:sldMkLst>
        <pc:spChg chg="add mod ord">
          <ac:chgData name="Schallner Christian" userId="3dc005c6-cff8-44b1-855b-1b1edd4398d0" providerId="ADAL" clId="{B4B50DFA-6182-474B-92CE-DBA614D0BA29}" dt="2025-11-12T13:36:41.999" v="165" actId="207"/>
          <ac:spMkLst>
            <pc:docMk/>
            <pc:sldMk cId="2375683402" sldId="365"/>
            <ac:spMk id="13" creationId="{B3FEA0CE-E27F-2B52-B225-961751B54094}"/>
          </ac:spMkLst>
        </pc:spChg>
        <pc:spChg chg="del mod topLvl">
          <ac:chgData name="Schallner Christian" userId="3dc005c6-cff8-44b1-855b-1b1edd4398d0" providerId="ADAL" clId="{B4B50DFA-6182-474B-92CE-DBA614D0BA29}" dt="2025-11-12T13:38:11.824" v="173" actId="478"/>
          <ac:spMkLst>
            <pc:docMk/>
            <pc:sldMk cId="2375683402" sldId="365"/>
            <ac:spMk id="15" creationId="{6545FCEF-8AE6-C1A3-2BFF-000F61CC68F9}"/>
          </ac:spMkLst>
        </pc:spChg>
        <pc:spChg chg="add del mod topLvl">
          <ac:chgData name="Schallner Christian" userId="3dc005c6-cff8-44b1-855b-1b1edd4398d0" providerId="ADAL" clId="{B4B50DFA-6182-474B-92CE-DBA614D0BA29}" dt="2025-11-12T13:40:25.492" v="201" actId="207"/>
          <ac:spMkLst>
            <pc:docMk/>
            <pc:sldMk cId="2375683402" sldId="365"/>
            <ac:spMk id="16" creationId="{643BEE4A-DE5E-1656-CB33-5A4396B5707D}"/>
          </ac:spMkLst>
        </pc:spChg>
        <pc:spChg chg="mod">
          <ac:chgData name="Schallner Christian" userId="3dc005c6-cff8-44b1-855b-1b1edd4398d0" providerId="ADAL" clId="{B4B50DFA-6182-474B-92CE-DBA614D0BA29}" dt="2025-11-12T13:40:25.492" v="201" actId="207"/>
          <ac:spMkLst>
            <pc:docMk/>
            <pc:sldMk cId="2375683402" sldId="365"/>
            <ac:spMk id="18" creationId="{542FFD8A-25DA-F17A-3A5C-63B26A6C83BE}"/>
          </ac:spMkLst>
        </pc:spChg>
        <pc:spChg chg="mod">
          <ac:chgData name="Schallner Christian" userId="3dc005c6-cff8-44b1-855b-1b1edd4398d0" providerId="ADAL" clId="{B4B50DFA-6182-474B-92CE-DBA614D0BA29}" dt="2025-11-12T13:40:27.751" v="202" actId="207"/>
          <ac:spMkLst>
            <pc:docMk/>
            <pc:sldMk cId="2375683402" sldId="365"/>
            <ac:spMk id="19" creationId="{06619332-DCC0-DFB1-DE10-4062AFB98E6E}"/>
          </ac:spMkLst>
        </pc:spChg>
        <pc:grpChg chg="del mod">
          <ac:chgData name="Schallner Christian" userId="3dc005c6-cff8-44b1-855b-1b1edd4398d0" providerId="ADAL" clId="{B4B50DFA-6182-474B-92CE-DBA614D0BA29}" dt="2025-11-12T13:38:11.824" v="173" actId="478"/>
          <ac:grpSpMkLst>
            <pc:docMk/>
            <pc:sldMk cId="2375683402" sldId="365"/>
            <ac:grpSpMk id="14" creationId="{BB38E508-6F70-051C-3E56-1523A1CC091F}"/>
          </ac:grpSpMkLst>
        </pc:grpChg>
        <pc:grpChg chg="del mod">
          <ac:chgData name="Schallner Christian" userId="3dc005c6-cff8-44b1-855b-1b1edd4398d0" providerId="ADAL" clId="{B4B50DFA-6182-474B-92CE-DBA614D0BA29}" dt="2025-11-12T13:39:26.699" v="189" actId="27803"/>
          <ac:grpSpMkLst>
            <pc:docMk/>
            <pc:sldMk cId="2375683402" sldId="365"/>
            <ac:grpSpMk id="17" creationId="{7BAFDDDC-A465-2342-1BC4-8C4CE04BA66D}"/>
          </ac:grpSpMkLst>
        </pc:grpChg>
        <pc:picChg chg="add mod">
          <ac:chgData name="Schallner Christian" userId="3dc005c6-cff8-44b1-855b-1b1edd4398d0" providerId="ADAL" clId="{B4B50DFA-6182-474B-92CE-DBA614D0BA29}" dt="2025-11-12T13:40:25.492" v="201" actId="207"/>
          <ac:picMkLst>
            <pc:docMk/>
            <pc:sldMk cId="2375683402" sldId="365"/>
            <ac:picMk id="5" creationId="{1ECF954B-8C10-B5A1-8C5B-82525E27347F}"/>
          </ac:picMkLst>
        </pc:picChg>
        <pc:picChg chg="add del mod">
          <ac:chgData name="Schallner Christian" userId="3dc005c6-cff8-44b1-855b-1b1edd4398d0" providerId="ADAL" clId="{B4B50DFA-6182-474B-92CE-DBA614D0BA29}" dt="2025-11-12T13:34:54.272" v="142" actId="478"/>
          <ac:picMkLst>
            <pc:docMk/>
            <pc:sldMk cId="2375683402" sldId="365"/>
            <ac:picMk id="7" creationId="{9C27B4F3-483C-0CAB-54B9-4A435B8D715D}"/>
          </ac:picMkLst>
        </pc:picChg>
        <pc:picChg chg="add del mod">
          <ac:chgData name="Schallner Christian" userId="3dc005c6-cff8-44b1-855b-1b1edd4398d0" providerId="ADAL" clId="{B4B50DFA-6182-474B-92CE-DBA614D0BA29}" dt="2025-11-12T13:37:56.381" v="168" actId="27803"/>
          <ac:picMkLst>
            <pc:docMk/>
            <pc:sldMk cId="2375683402" sldId="365"/>
            <ac:picMk id="9" creationId="{472A2A1F-B084-F59D-DC63-A9BFA9B8AFC7}"/>
          </ac:picMkLst>
        </pc:picChg>
        <pc:picChg chg="mod">
          <ac:chgData name="Schallner Christian" userId="3dc005c6-cff8-44b1-855b-1b1edd4398d0" providerId="ADAL" clId="{B4B50DFA-6182-474B-92CE-DBA614D0BA29}" dt="2025-11-12T13:01:51.069" v="15" actId="207"/>
          <ac:picMkLst>
            <pc:docMk/>
            <pc:sldMk cId="2375683402" sldId="365"/>
            <ac:picMk id="10" creationId="{91BB1931-188E-5CBA-69D0-0175784E652F}"/>
          </ac:picMkLst>
        </pc:picChg>
        <pc:picChg chg="add del mod ord">
          <ac:chgData name="Schallner Christian" userId="3dc005c6-cff8-44b1-855b-1b1edd4398d0" providerId="ADAL" clId="{B4B50DFA-6182-474B-92CE-DBA614D0BA29}" dt="2025-11-12T13:39:26.699" v="189" actId="27803"/>
          <ac:picMkLst>
            <pc:docMk/>
            <pc:sldMk cId="2375683402" sldId="365"/>
            <ac:picMk id="12" creationId="{41B7AABB-567A-216D-8C7D-43B332ED8FDA}"/>
          </ac:picMkLst>
        </pc:picChg>
      </pc:sldChg>
      <pc:sldChg chg="modSp mod">
        <pc:chgData name="Schallner Christian" userId="3dc005c6-cff8-44b1-855b-1b1edd4398d0" providerId="ADAL" clId="{B4B50DFA-6182-474B-92CE-DBA614D0BA29}" dt="2025-11-12T13:02:10.717" v="21" actId="208"/>
        <pc:sldMkLst>
          <pc:docMk/>
          <pc:sldMk cId="4179471944" sldId="366"/>
        </pc:sldMkLst>
        <pc:picChg chg="mod">
          <ac:chgData name="Schallner Christian" userId="3dc005c6-cff8-44b1-855b-1b1edd4398d0" providerId="ADAL" clId="{B4B50DFA-6182-474B-92CE-DBA614D0BA29}" dt="2025-11-12T13:02:10.717" v="21" actId="208"/>
          <ac:picMkLst>
            <pc:docMk/>
            <pc:sldMk cId="4179471944" sldId="366"/>
            <ac:picMk id="7" creationId="{CABB3A97-88E7-1E8F-E9CB-141AE8F45F8D}"/>
          </ac:picMkLst>
        </pc:picChg>
      </pc:sldChg>
      <pc:sldChg chg="addSp delSp modSp mod">
        <pc:chgData name="Schallner Christian" userId="3dc005c6-cff8-44b1-855b-1b1edd4398d0" providerId="ADAL" clId="{B4B50DFA-6182-474B-92CE-DBA614D0BA29}" dt="2025-11-12T13:22:18.864" v="83" actId="1076"/>
        <pc:sldMkLst>
          <pc:docMk/>
          <pc:sldMk cId="3844863795" sldId="367"/>
        </pc:sldMkLst>
        <pc:spChg chg="mod">
          <ac:chgData name="Schallner Christian" userId="3dc005c6-cff8-44b1-855b-1b1edd4398d0" providerId="ADAL" clId="{B4B50DFA-6182-474B-92CE-DBA614D0BA29}" dt="2025-11-12T13:21:07.579" v="78" actId="27803"/>
          <ac:spMkLst>
            <pc:docMk/>
            <pc:sldMk cId="3844863795" sldId="367"/>
            <ac:spMk id="9" creationId="{6D097DF4-5FCB-3067-882F-307C406C0B9D}"/>
          </ac:spMkLst>
        </pc:spChg>
        <pc:spChg chg="mod ord">
          <ac:chgData name="Schallner Christian" userId="3dc005c6-cff8-44b1-855b-1b1edd4398d0" providerId="ADAL" clId="{B4B50DFA-6182-474B-92CE-DBA614D0BA29}" dt="2025-11-12T13:21:07.579" v="78" actId="27803"/>
          <ac:spMkLst>
            <pc:docMk/>
            <pc:sldMk cId="3844863795" sldId="367"/>
            <ac:spMk id="11" creationId="{670A44E5-05EE-8226-41FA-D561DC01AB15}"/>
          </ac:spMkLst>
        </pc:spChg>
        <pc:spChg chg="mod">
          <ac:chgData name="Schallner Christian" userId="3dc005c6-cff8-44b1-855b-1b1edd4398d0" providerId="ADAL" clId="{B4B50DFA-6182-474B-92CE-DBA614D0BA29}" dt="2025-11-12T13:21:07.579" v="78" actId="27803"/>
          <ac:spMkLst>
            <pc:docMk/>
            <pc:sldMk cId="3844863795" sldId="367"/>
            <ac:spMk id="12" creationId="{32DD651C-9D55-F8AF-0AAE-1A25DF596B8F}"/>
          </ac:spMkLst>
        </pc:spChg>
        <pc:grpChg chg="add del mod">
          <ac:chgData name="Schallner Christian" userId="3dc005c6-cff8-44b1-855b-1b1edd4398d0" providerId="ADAL" clId="{B4B50DFA-6182-474B-92CE-DBA614D0BA29}" dt="2025-11-12T13:21:07.579" v="78" actId="27803"/>
          <ac:grpSpMkLst>
            <pc:docMk/>
            <pc:sldMk cId="3844863795" sldId="367"/>
            <ac:grpSpMk id="8" creationId="{9FBB7D36-B133-DF90-43F2-F854D65C91DD}"/>
          </ac:grpSpMkLst>
        </pc:grpChg>
        <pc:picChg chg="add del mod ord">
          <ac:chgData name="Schallner Christian" userId="3dc005c6-cff8-44b1-855b-1b1edd4398d0" providerId="ADAL" clId="{B4B50DFA-6182-474B-92CE-DBA614D0BA29}" dt="2025-11-12T13:22:18.864" v="83" actId="1076"/>
          <ac:picMkLst>
            <pc:docMk/>
            <pc:sldMk cId="3844863795" sldId="367"/>
            <ac:picMk id="5" creationId="{B35DA394-8A65-95D0-D052-5BC34ED3567F}"/>
          </ac:picMkLst>
        </pc:picChg>
        <pc:picChg chg="add mod">
          <ac:chgData name="Schallner Christian" userId="3dc005c6-cff8-44b1-855b-1b1edd4398d0" providerId="ADAL" clId="{B4B50DFA-6182-474B-92CE-DBA614D0BA29}" dt="2025-11-12T13:22:18.864" v="83" actId="1076"/>
          <ac:picMkLst>
            <pc:docMk/>
            <pc:sldMk cId="3844863795" sldId="367"/>
            <ac:picMk id="7" creationId="{DEB13663-5C4E-DF3E-6592-C2D97A3BDF63}"/>
          </ac:picMkLst>
        </pc:picChg>
        <pc:picChg chg="mod">
          <ac:chgData name="Schallner Christian" userId="3dc005c6-cff8-44b1-855b-1b1edd4398d0" providerId="ADAL" clId="{B4B50DFA-6182-474B-92CE-DBA614D0BA29}" dt="2025-11-12T13:02:18.203" v="23" actId="208"/>
          <ac:picMkLst>
            <pc:docMk/>
            <pc:sldMk cId="3844863795" sldId="367"/>
            <ac:picMk id="10" creationId="{8DF57A02-53AC-C3CD-50C9-E63F7EAA9C94}"/>
          </ac:picMkLst>
        </pc:picChg>
      </pc:sldChg>
    </pc:docChg>
  </pc:docChgLst>
  <pc:docChgLst>
    <pc:chgData name="Wörndle Linus" userId="e99df0f2-d3c7-483b-b111-e87b6efc6f80" providerId="ADAL" clId="{10116F1F-7B7B-445D-B97E-2611E27ADB40}"/>
    <pc:docChg chg="undo custSel addSld modSld sldOrd">
      <pc:chgData name="Wörndle Linus" userId="e99df0f2-d3c7-483b-b111-e87b6efc6f80" providerId="ADAL" clId="{10116F1F-7B7B-445D-B97E-2611E27ADB40}" dt="2025-11-12T16:26:58.659" v="427" actId="1076"/>
      <pc:docMkLst>
        <pc:docMk/>
      </pc:docMkLst>
      <pc:sldChg chg="modSp mod">
        <pc:chgData name="Wörndle Linus" userId="e99df0f2-d3c7-483b-b111-e87b6efc6f80" providerId="ADAL" clId="{10116F1F-7B7B-445D-B97E-2611E27ADB40}" dt="2025-11-12T16:23:41.327" v="417" actId="14100"/>
        <pc:sldMkLst>
          <pc:docMk/>
          <pc:sldMk cId="3037812869" sldId="316"/>
        </pc:sldMkLst>
        <pc:spChg chg="mod">
          <ac:chgData name="Wörndle Linus" userId="e99df0f2-d3c7-483b-b111-e87b6efc6f80" providerId="ADAL" clId="{10116F1F-7B7B-445D-B97E-2611E27ADB40}" dt="2025-11-12T16:23:41.327" v="417" actId="14100"/>
          <ac:spMkLst>
            <pc:docMk/>
            <pc:sldMk cId="3037812869" sldId="316"/>
            <ac:spMk id="2" creationId="{9FF243DF-1FE9-01BE-435F-1729F4AB3DE4}"/>
          </ac:spMkLst>
        </pc:spChg>
        <pc:spChg chg="mod">
          <ac:chgData name="Wörndle Linus" userId="e99df0f2-d3c7-483b-b111-e87b6efc6f80" providerId="ADAL" clId="{10116F1F-7B7B-445D-B97E-2611E27ADB40}" dt="2025-11-12T16:23:37.936" v="416" actId="14100"/>
          <ac:spMkLst>
            <pc:docMk/>
            <pc:sldMk cId="3037812869" sldId="316"/>
            <ac:spMk id="4" creationId="{BFAF7377-87AF-3A8C-539C-8A9651F5DA33}"/>
          </ac:spMkLst>
        </pc:spChg>
      </pc:sldChg>
      <pc:sldChg chg="ord">
        <pc:chgData name="Wörndle Linus" userId="e99df0f2-d3c7-483b-b111-e87b6efc6f80" providerId="ADAL" clId="{10116F1F-7B7B-445D-B97E-2611E27ADB40}" dt="2025-11-12T16:22:54.564" v="398"/>
        <pc:sldMkLst>
          <pc:docMk/>
          <pc:sldMk cId="2086183247" sldId="362"/>
        </pc:sldMkLst>
      </pc:sldChg>
      <pc:sldChg chg="ord">
        <pc:chgData name="Wörndle Linus" userId="e99df0f2-d3c7-483b-b111-e87b6efc6f80" providerId="ADAL" clId="{10116F1F-7B7B-445D-B97E-2611E27ADB40}" dt="2025-11-12T16:22:54.564" v="398"/>
        <pc:sldMkLst>
          <pc:docMk/>
          <pc:sldMk cId="2937690081" sldId="363"/>
        </pc:sldMkLst>
      </pc:sldChg>
      <pc:sldChg chg="modSp mod">
        <pc:chgData name="Wörndle Linus" userId="e99df0f2-d3c7-483b-b111-e87b6efc6f80" providerId="ADAL" clId="{10116F1F-7B7B-445D-B97E-2611E27ADB40}" dt="2025-11-12T16:18:32.187" v="111" actId="20577"/>
        <pc:sldMkLst>
          <pc:docMk/>
          <pc:sldMk cId="4037029130" sldId="364"/>
        </pc:sldMkLst>
        <pc:spChg chg="mod">
          <ac:chgData name="Wörndle Linus" userId="e99df0f2-d3c7-483b-b111-e87b6efc6f80" providerId="ADAL" clId="{10116F1F-7B7B-445D-B97E-2611E27ADB40}" dt="2025-11-12T16:18:32.187" v="111" actId="20577"/>
          <ac:spMkLst>
            <pc:docMk/>
            <pc:sldMk cId="4037029130" sldId="364"/>
            <ac:spMk id="2" creationId="{8E3CCD1A-D342-DBB1-33E7-7649ACBF304C}"/>
          </ac:spMkLst>
        </pc:spChg>
      </pc:sldChg>
      <pc:sldChg chg="addSp modSp new mod">
        <pc:chgData name="Wörndle Linus" userId="e99df0f2-d3c7-483b-b111-e87b6efc6f80" providerId="ADAL" clId="{10116F1F-7B7B-445D-B97E-2611E27ADB40}" dt="2025-11-12T16:18:58.728" v="118" actId="1076"/>
        <pc:sldMkLst>
          <pc:docMk/>
          <pc:sldMk cId="1058218960" sldId="368"/>
        </pc:sldMkLst>
        <pc:picChg chg="add mod">
          <ac:chgData name="Wörndle Linus" userId="e99df0f2-d3c7-483b-b111-e87b6efc6f80" providerId="ADAL" clId="{10116F1F-7B7B-445D-B97E-2611E27ADB40}" dt="2025-11-12T16:18:58.728" v="118" actId="1076"/>
          <ac:picMkLst>
            <pc:docMk/>
            <pc:sldMk cId="1058218960" sldId="368"/>
            <ac:picMk id="3" creationId="{8E56D17E-7738-0695-7337-87EFFE4DC955}"/>
          </ac:picMkLst>
        </pc:picChg>
      </pc:sldChg>
      <pc:sldChg chg="modSp add mod">
        <pc:chgData name="Wörndle Linus" userId="e99df0f2-d3c7-483b-b111-e87b6efc6f80" providerId="ADAL" clId="{10116F1F-7B7B-445D-B97E-2611E27ADB40}" dt="2025-11-12T16:19:13.372" v="148" actId="20577"/>
        <pc:sldMkLst>
          <pc:docMk/>
          <pc:sldMk cId="120471574" sldId="369"/>
        </pc:sldMkLst>
        <pc:spChg chg="mod">
          <ac:chgData name="Wörndle Linus" userId="e99df0f2-d3c7-483b-b111-e87b6efc6f80" providerId="ADAL" clId="{10116F1F-7B7B-445D-B97E-2611E27ADB40}" dt="2025-11-12T16:19:13.372" v="148" actId="20577"/>
          <ac:spMkLst>
            <pc:docMk/>
            <pc:sldMk cId="120471574" sldId="369"/>
            <ac:spMk id="2" creationId="{5C99A83D-AF6E-7178-2B3F-08DAB16626AE}"/>
          </ac:spMkLst>
        </pc:spChg>
      </pc:sldChg>
      <pc:sldChg chg="addSp delSp modSp add mod">
        <pc:chgData name="Wörndle Linus" userId="e99df0f2-d3c7-483b-b111-e87b6efc6f80" providerId="ADAL" clId="{10116F1F-7B7B-445D-B97E-2611E27ADB40}" dt="2025-11-12T16:22:23.721" v="396" actId="1076"/>
        <pc:sldMkLst>
          <pc:docMk/>
          <pc:sldMk cId="365139622" sldId="370"/>
        </pc:sldMkLst>
        <pc:spChg chg="mod">
          <ac:chgData name="Wörndle Linus" userId="e99df0f2-d3c7-483b-b111-e87b6efc6f80" providerId="ADAL" clId="{10116F1F-7B7B-445D-B97E-2611E27ADB40}" dt="2025-11-12T16:19:40.166" v="170" actId="20577"/>
          <ac:spMkLst>
            <pc:docMk/>
            <pc:sldMk cId="365139622" sldId="370"/>
            <ac:spMk id="2" creationId="{A7F97A40-748E-D326-8FC8-FDF475AAB4B6}"/>
          </ac:spMkLst>
        </pc:spChg>
        <pc:spChg chg="mod">
          <ac:chgData name="Wörndle Linus" userId="e99df0f2-d3c7-483b-b111-e87b6efc6f80" providerId="ADAL" clId="{10116F1F-7B7B-445D-B97E-2611E27ADB40}" dt="2025-11-12T16:21:06.772" v="385" actId="6549"/>
          <ac:spMkLst>
            <pc:docMk/>
            <pc:sldMk cId="365139622" sldId="370"/>
            <ac:spMk id="4" creationId="{91CAF0F5-0B60-83BE-EF80-F19A63A3D8B6}"/>
          </ac:spMkLst>
        </pc:spChg>
        <pc:picChg chg="del">
          <ac:chgData name="Wörndle Linus" userId="e99df0f2-d3c7-483b-b111-e87b6efc6f80" providerId="ADAL" clId="{10116F1F-7B7B-445D-B97E-2611E27ADB40}" dt="2025-11-12T16:19:29.957" v="150" actId="478"/>
          <ac:picMkLst>
            <pc:docMk/>
            <pc:sldMk cId="365139622" sldId="370"/>
            <ac:picMk id="5" creationId="{14B660B5-F30B-EDBA-C79C-8E039A29268A}"/>
          </ac:picMkLst>
        </pc:picChg>
        <pc:picChg chg="add mod">
          <ac:chgData name="Wörndle Linus" userId="e99df0f2-d3c7-483b-b111-e87b6efc6f80" providerId="ADAL" clId="{10116F1F-7B7B-445D-B97E-2611E27ADB40}" dt="2025-11-12T16:22:23.721" v="396" actId="1076"/>
          <ac:picMkLst>
            <pc:docMk/>
            <pc:sldMk cId="365139622" sldId="370"/>
            <ac:picMk id="6" creationId="{FE203E54-A4E8-8B60-B119-326DB72090DE}"/>
          </ac:picMkLst>
        </pc:picChg>
        <pc:picChg chg="del">
          <ac:chgData name="Wörndle Linus" userId="e99df0f2-d3c7-483b-b111-e87b6efc6f80" providerId="ADAL" clId="{10116F1F-7B7B-445D-B97E-2611E27ADB40}" dt="2025-11-12T16:19:27.685" v="149" actId="478"/>
          <ac:picMkLst>
            <pc:docMk/>
            <pc:sldMk cId="365139622" sldId="370"/>
            <ac:picMk id="7" creationId="{8AE2C24A-EEAC-88BB-3A7A-531648A74DB8}"/>
          </ac:picMkLst>
        </pc:picChg>
      </pc:sldChg>
      <pc:sldChg chg="addSp delSp modSp add mod">
        <pc:chgData name="Wörndle Linus" userId="e99df0f2-d3c7-483b-b111-e87b6efc6f80" providerId="ADAL" clId="{10116F1F-7B7B-445D-B97E-2611E27ADB40}" dt="2025-11-12T16:26:58.659" v="427" actId="1076"/>
        <pc:sldMkLst>
          <pc:docMk/>
          <pc:sldMk cId="2214676664" sldId="371"/>
        </pc:sldMkLst>
        <pc:picChg chg="del">
          <ac:chgData name="Wörndle Linus" userId="e99df0f2-d3c7-483b-b111-e87b6efc6f80" providerId="ADAL" clId="{10116F1F-7B7B-445D-B97E-2611E27ADB40}" dt="2025-11-12T16:26:26.680" v="419" actId="478"/>
          <ac:picMkLst>
            <pc:docMk/>
            <pc:sldMk cId="2214676664" sldId="371"/>
            <ac:picMk id="3" creationId="{893B00C4-5013-F2F1-45D2-5944149CBEFB}"/>
          </ac:picMkLst>
        </pc:picChg>
        <pc:picChg chg="add mod">
          <ac:chgData name="Wörndle Linus" userId="e99df0f2-d3c7-483b-b111-e87b6efc6f80" providerId="ADAL" clId="{10116F1F-7B7B-445D-B97E-2611E27ADB40}" dt="2025-11-12T16:26:31.135" v="423" actId="1076"/>
          <ac:picMkLst>
            <pc:docMk/>
            <pc:sldMk cId="2214676664" sldId="371"/>
            <ac:picMk id="4" creationId="{BDCC4383-0DE2-9657-0D57-6DA7574B32A1}"/>
          </ac:picMkLst>
        </pc:picChg>
        <pc:picChg chg="add mod">
          <ac:chgData name="Wörndle Linus" userId="e99df0f2-d3c7-483b-b111-e87b6efc6f80" providerId="ADAL" clId="{10116F1F-7B7B-445D-B97E-2611E27ADB40}" dt="2025-11-12T16:26:58.659" v="427" actId="1076"/>
          <ac:picMkLst>
            <pc:docMk/>
            <pc:sldMk cId="2214676664" sldId="371"/>
            <ac:picMk id="6" creationId="{FF23C9E6-9229-0D27-3602-53D8488FC56F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30E99E25-5B65-D93A-3010-8B947D67E65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de-DE" sz="1200"/>
            </a:lvl1pPr>
          </a:lstStyle>
          <a:p>
            <a:pPr rtl="0"/>
            <a:endParaRPr lang="de-DE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DAEB28A-33CC-6CF5-1214-F2C3205F679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de-DE" sz="1200"/>
            </a:lvl1pPr>
          </a:lstStyle>
          <a:p>
            <a:pPr rtl="0"/>
            <a:fld id="{2897A712-BCE0-48E1-9249-75F8D4C7A8A7}" type="datetime1">
              <a:rPr lang="de-DE" smtClean="0"/>
              <a:t>12.11.2025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43D63414-6160-FF79-B3F6-CD615625C84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de-DE" sz="1200"/>
            </a:lvl1pPr>
          </a:lstStyle>
          <a:p>
            <a:pPr rtl="0"/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2583E93F-BDEC-C5F7-2553-8324882C419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de-DE" sz="1200"/>
            </a:lvl1pPr>
          </a:lstStyle>
          <a:p>
            <a:pPr rtl="0"/>
            <a:fld id="{397C78D2-97D1-4B37-BDD1-08A09BD4CA99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6913595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de-DE" sz="1200"/>
            </a:lvl1pPr>
          </a:lstStyle>
          <a:p>
            <a:pPr rtl="0"/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de-DE" sz="1200"/>
            </a:lvl1pPr>
          </a:lstStyle>
          <a:p>
            <a:fld id="{7F785A7A-6A0C-413D-886D-6A2F0BCC7B27}" type="datetime1">
              <a:rPr lang="de-DE" smtClean="0"/>
              <a:pPr/>
              <a:t>12.11.2025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>
            <a:defPPr>
              <a:defRPr lang="de-DE"/>
            </a:defPPr>
          </a:lstStyle>
          <a:p>
            <a:pPr rtl="0"/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defPPr>
              <a:defRPr lang="de-DE"/>
            </a:defPPr>
          </a:lstStyle>
          <a:p>
            <a:pPr lvl="0" rtl="0"/>
            <a:r>
              <a:rPr lang="de-DE"/>
              <a:t>Textmasterformat durch Klicken bearbeiten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de-DE" sz="1200"/>
            </a:lvl1pPr>
          </a:lstStyle>
          <a:p>
            <a:pPr rtl="0"/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de-DE" sz="1200"/>
            </a:lvl1pPr>
          </a:lstStyle>
          <a:p>
            <a:pPr rtl="0"/>
            <a:fld id="{D5939589-3E79-4C82-AA4A-FE78234FAA59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949689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lang="de-DE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de-DE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de-DE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de-DE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de-DE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de-DE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de-DE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de-DE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de-DE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fld id="{D5939589-3E79-4C82-AA4A-FE78234FAA59}" type="slidenum">
              <a:rPr lang="de-DE" smtClean="0"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0179619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fld id="{D5939589-3E79-4C82-AA4A-FE78234FAA59}" type="slidenum">
              <a:rPr lang="de-DE" smtClean="0"/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6677340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55DCF9-68F4-A9D0-E865-706EC07A4C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3E97B520-2909-B68B-7B19-3529E6A9F1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28D3FFF5-C55E-4FF2-BDC2-0B9CB38526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5C6ADEF1-384C-C1AA-FBB7-69250CD15D7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fld id="{D5939589-3E79-4C82-AA4A-FE78234FAA59}" type="slidenum">
              <a:rPr lang="de-DE" smtClean="0"/>
              <a:t>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1395715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121B53-2815-2816-1B14-84173A5554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C080CD43-884B-3BD3-AB56-0600983330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BF5EB10E-4D0E-7080-932C-678E1D3ED4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55CB7F1-1E5B-6116-34FD-9AD7FA8EEEA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fld id="{D5939589-3E79-4C82-AA4A-FE78234FAA59}" type="slidenum">
              <a:rPr lang="de-DE" smtClean="0"/>
              <a:t>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6462477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BC0A2C-6915-70D9-8843-207669CB1E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685606EA-5F1D-BB0B-9D25-A4C1FEEB09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72E06213-CED9-D9DB-39F8-CCC7B7EA0C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4A8EB1F9-91B7-CB0F-179D-F2F01A304B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fld id="{D5939589-3E79-4C82-AA4A-FE78234FAA59}" type="slidenum">
              <a:rPr lang="de-DE" smtClean="0"/>
              <a:t>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633792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B38AB1-DF1F-8464-3F7A-196FBD32E9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58EDCF07-87A4-C1C6-23E0-94A116A7D6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220717D8-FD7B-1EB6-C49E-A00AFFC414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9C2BE0BA-7F2E-1019-A19E-87A0BB69A3C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fld id="{D5939589-3E79-4C82-AA4A-FE78234FAA59}" type="slidenum">
              <a:rPr lang="de-DE" smtClean="0"/>
              <a:t>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4896241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B278B2-553A-CFA5-188B-4AC22B892E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702CCA86-E452-C48D-2C25-655556AEA0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3B609E2E-DF59-75AD-0045-3C6F9493ED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327CE0B-C415-C4A1-B217-2D42EDC022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fld id="{D5939589-3E79-4C82-AA4A-FE78234FAA59}" type="slidenum">
              <a:rPr lang="de-DE" smtClean="0"/>
              <a:t>13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0661470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fld id="{D5939589-3E79-4C82-AA4A-FE78234FAA59}" type="slidenum">
              <a:rPr lang="de-DE" smtClean="0"/>
              <a:t>16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3154753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313530-5326-F851-10A9-5E258C04E0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F76B4369-B215-ABD4-3A57-57BBB9CA83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2C7AA4A9-F34B-6E93-2ADE-5D4D143850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56883446-97D1-9020-BB10-4B022D9DB76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fld id="{D5939589-3E79-4C82-AA4A-FE78234FAA59}" type="slidenum">
              <a:rPr lang="de-DE" smtClean="0"/>
              <a:t>17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617468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fld id="{D5939589-3E79-4C82-AA4A-FE78234FAA59}" type="slidenum">
              <a:rPr lang="de-DE" smtClean="0"/>
              <a:t>19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133641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lie nur mit Titel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6640AAD-80AF-40E7-BE3F-43D32FC68E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0159" y="357809"/>
            <a:ext cx="7983110" cy="3080335"/>
          </a:xfrm>
        </p:spPr>
        <p:txBody>
          <a:bodyPr lIns="0" tIns="0" rIns="0" bIns="0" rtlCol="0" anchor="b"/>
          <a:lstStyle>
            <a:lvl1pPr algn="l">
              <a:lnSpc>
                <a:spcPts val="5400"/>
              </a:lnSpc>
              <a:defRPr lang="de-DE" sz="5400" b="1" i="0" kern="0" cap="all" spc="0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de-DE"/>
              <a:t>Mastertitelformat bearbeiten</a:t>
            </a:r>
          </a:p>
        </p:txBody>
      </p:sp>
      <p:cxnSp>
        <p:nvCxnSpPr>
          <p:cNvPr id="9" name="Gerader Verbinder 8">
            <a:extLst>
              <a:ext uri="{FF2B5EF4-FFF2-40B4-BE49-F238E27FC236}">
                <a16:creationId xmlns:a16="http://schemas.microsoft.com/office/drawing/2014/main" id="{8E825845-66DD-4B77-A729-CD97D156FE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280160" y="3496322"/>
            <a:ext cx="0" cy="3352800"/>
          </a:xfrm>
          <a:prstGeom prst="line">
            <a:avLst/>
          </a:prstGeom>
          <a:ln w="25400" cap="sq">
            <a:solidFill>
              <a:schemeClr val="bg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uppieren 3">
            <a:extLst>
              <a:ext uri="{FF2B5EF4-FFF2-40B4-BE49-F238E27FC236}">
                <a16:creationId xmlns:a16="http://schemas.microsoft.com/office/drawing/2014/main" id="{22749162-63A5-5BF9-895E-B0577A6C47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8161510" y="2744546"/>
            <a:ext cx="465456" cy="581432"/>
            <a:chOff x="7843462" y="2744546"/>
            <a:chExt cx="465456" cy="581432"/>
          </a:xfrm>
        </p:grpSpPr>
        <p:sp>
          <p:nvSpPr>
            <p:cNvPr id="19" name="Grafik 12">
              <a:extLst>
                <a:ext uri="{FF2B5EF4-FFF2-40B4-BE49-F238E27FC236}">
                  <a16:creationId xmlns:a16="http://schemas.microsoft.com/office/drawing/2014/main" id="{818B4386-1FCF-4ACE-BE25-AF9CC5E2256F}"/>
                </a:ext>
              </a:extLst>
            </p:cNvPr>
            <p:cNvSpPr/>
            <p:nvPr userDrawn="1"/>
          </p:nvSpPr>
          <p:spPr>
            <a:xfrm>
              <a:off x="8217780" y="2973840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bg1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/>
            </a:p>
          </p:txBody>
        </p:sp>
        <p:sp>
          <p:nvSpPr>
            <p:cNvPr id="21" name="Grafik 13">
              <a:extLst>
                <a:ext uri="{FF2B5EF4-FFF2-40B4-BE49-F238E27FC236}">
                  <a16:creationId xmlns:a16="http://schemas.microsoft.com/office/drawing/2014/main" id="{19319560-50ED-4963-A2CF-74663239D426}"/>
                </a:ext>
              </a:extLst>
            </p:cNvPr>
            <p:cNvSpPr/>
            <p:nvPr userDrawn="1"/>
          </p:nvSpPr>
          <p:spPr>
            <a:xfrm>
              <a:off x="7859002" y="2744546"/>
              <a:ext cx="139038" cy="139038"/>
            </a:xfrm>
            <a:custGeom>
              <a:avLst/>
              <a:gdLst>
                <a:gd name="connsiteX0" fmla="*/ 129601 w 139038"/>
                <a:gd name="connsiteY0" fmla="*/ 60082 h 139038"/>
                <a:gd name="connsiteX1" fmla="*/ 78956 w 139038"/>
                <a:gd name="connsiteY1" fmla="*/ 60082 h 139038"/>
                <a:gd name="connsiteX2" fmla="*/ 78956 w 139038"/>
                <a:gd name="connsiteY2" fmla="*/ 9437 h 139038"/>
                <a:gd name="connsiteX3" fmla="*/ 69519 w 139038"/>
                <a:gd name="connsiteY3" fmla="*/ 0 h 139038"/>
                <a:gd name="connsiteX4" fmla="*/ 60082 w 139038"/>
                <a:gd name="connsiteY4" fmla="*/ 9437 h 139038"/>
                <a:gd name="connsiteX5" fmla="*/ 60082 w 139038"/>
                <a:gd name="connsiteY5" fmla="*/ 60082 h 139038"/>
                <a:gd name="connsiteX6" fmla="*/ 9437 w 139038"/>
                <a:gd name="connsiteY6" fmla="*/ 60082 h 139038"/>
                <a:gd name="connsiteX7" fmla="*/ 0 w 139038"/>
                <a:gd name="connsiteY7" fmla="*/ 69519 h 139038"/>
                <a:gd name="connsiteX8" fmla="*/ 9437 w 139038"/>
                <a:gd name="connsiteY8" fmla="*/ 78956 h 139038"/>
                <a:gd name="connsiteX9" fmla="*/ 60082 w 139038"/>
                <a:gd name="connsiteY9" fmla="*/ 78956 h 139038"/>
                <a:gd name="connsiteX10" fmla="*/ 60082 w 139038"/>
                <a:gd name="connsiteY10" fmla="*/ 129601 h 139038"/>
                <a:gd name="connsiteX11" fmla="*/ 69519 w 139038"/>
                <a:gd name="connsiteY11" fmla="*/ 139038 h 139038"/>
                <a:gd name="connsiteX12" fmla="*/ 78956 w 139038"/>
                <a:gd name="connsiteY12" fmla="*/ 129601 h 139038"/>
                <a:gd name="connsiteX13" fmla="*/ 78956 w 139038"/>
                <a:gd name="connsiteY13" fmla="*/ 78956 h 139038"/>
                <a:gd name="connsiteX14" fmla="*/ 129601 w 139038"/>
                <a:gd name="connsiteY14" fmla="*/ 78956 h 139038"/>
                <a:gd name="connsiteX15" fmla="*/ 139038 w 139038"/>
                <a:gd name="connsiteY15" fmla="*/ 69519 h 139038"/>
                <a:gd name="connsiteX16" fmla="*/ 129601 w 139038"/>
                <a:gd name="connsiteY16" fmla="*/ 60082 h 1390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8" h="139038">
                  <a:moveTo>
                    <a:pt x="129601" y="60082"/>
                  </a:moveTo>
                  <a:lnTo>
                    <a:pt x="78956" y="60082"/>
                  </a:lnTo>
                  <a:lnTo>
                    <a:pt x="78956" y="9437"/>
                  </a:lnTo>
                  <a:cubicBezTo>
                    <a:pt x="78956" y="4225"/>
                    <a:pt x="74731" y="0"/>
                    <a:pt x="69519" y="0"/>
                  </a:cubicBezTo>
                  <a:cubicBezTo>
                    <a:pt x="64307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7"/>
                    <a:pt x="0" y="69519"/>
                  </a:cubicBezTo>
                  <a:cubicBezTo>
                    <a:pt x="0" y="74731"/>
                    <a:pt x="4225" y="78956"/>
                    <a:pt x="9437" y="78956"/>
                  </a:cubicBezTo>
                  <a:lnTo>
                    <a:pt x="60082" y="78956"/>
                  </a:lnTo>
                  <a:lnTo>
                    <a:pt x="60082" y="129601"/>
                  </a:lnTo>
                  <a:cubicBezTo>
                    <a:pt x="60082" y="134813"/>
                    <a:pt x="64307" y="139038"/>
                    <a:pt x="69519" y="139038"/>
                  </a:cubicBezTo>
                  <a:cubicBezTo>
                    <a:pt x="74731" y="139038"/>
                    <a:pt x="78956" y="134813"/>
                    <a:pt x="78956" y="129601"/>
                  </a:cubicBezTo>
                  <a:lnTo>
                    <a:pt x="78956" y="78956"/>
                  </a:lnTo>
                  <a:lnTo>
                    <a:pt x="129601" y="78956"/>
                  </a:lnTo>
                  <a:cubicBezTo>
                    <a:pt x="134813" y="78956"/>
                    <a:pt x="139038" y="74731"/>
                    <a:pt x="139038" y="69519"/>
                  </a:cubicBezTo>
                  <a:cubicBezTo>
                    <a:pt x="139038" y="64307"/>
                    <a:pt x="134813" y="60082"/>
                    <a:pt x="129601" y="60082"/>
                  </a:cubicBezTo>
                  <a:close/>
                </a:path>
              </a:pathLst>
            </a:custGeom>
            <a:solidFill>
              <a:schemeClr val="bg1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/>
            </a:p>
          </p:txBody>
        </p:sp>
        <p:sp>
          <p:nvSpPr>
            <p:cNvPr id="23" name="Grafik 15">
              <a:extLst>
                <a:ext uri="{FF2B5EF4-FFF2-40B4-BE49-F238E27FC236}">
                  <a16:creationId xmlns:a16="http://schemas.microsoft.com/office/drawing/2014/main" id="{E5ABBDAD-943D-48F3-9C80-B29C48966C79}"/>
                </a:ext>
              </a:extLst>
            </p:cNvPr>
            <p:cNvSpPr/>
            <p:nvPr userDrawn="1"/>
          </p:nvSpPr>
          <p:spPr>
            <a:xfrm>
              <a:off x="7843462" y="3198265"/>
              <a:ext cx="127713" cy="127713"/>
            </a:xfrm>
            <a:custGeom>
              <a:avLst/>
              <a:gdLst>
                <a:gd name="connsiteX0" fmla="*/ 63857 w 127713"/>
                <a:gd name="connsiteY0" fmla="*/ 18874 h 127713"/>
                <a:gd name="connsiteX1" fmla="*/ 108839 w 127713"/>
                <a:gd name="connsiteY1" fmla="*/ 63857 h 127713"/>
                <a:gd name="connsiteX2" fmla="*/ 63857 w 127713"/>
                <a:gd name="connsiteY2" fmla="*/ 108839 h 127713"/>
                <a:gd name="connsiteX3" fmla="*/ 18874 w 127713"/>
                <a:gd name="connsiteY3" fmla="*/ 63857 h 127713"/>
                <a:gd name="connsiteX4" fmla="*/ 63857 w 127713"/>
                <a:gd name="connsiteY4" fmla="*/ 18874 h 127713"/>
                <a:gd name="connsiteX5" fmla="*/ 63857 w 127713"/>
                <a:gd name="connsiteY5" fmla="*/ 0 h 127713"/>
                <a:gd name="connsiteX6" fmla="*/ 0 w 127713"/>
                <a:gd name="connsiteY6" fmla="*/ 63857 h 127713"/>
                <a:gd name="connsiteX7" fmla="*/ 63857 w 127713"/>
                <a:gd name="connsiteY7" fmla="*/ 127713 h 127713"/>
                <a:gd name="connsiteX8" fmla="*/ 127713 w 127713"/>
                <a:gd name="connsiteY8" fmla="*/ 63857 h 127713"/>
                <a:gd name="connsiteX9" fmla="*/ 63857 w 127713"/>
                <a:gd name="connsiteY9" fmla="*/ 0 h 127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3" h="127713">
                  <a:moveTo>
                    <a:pt x="63857" y="18874"/>
                  </a:moveTo>
                  <a:cubicBezTo>
                    <a:pt x="88700" y="18874"/>
                    <a:pt x="108839" y="39013"/>
                    <a:pt x="108839" y="63857"/>
                  </a:cubicBezTo>
                  <a:cubicBezTo>
                    <a:pt x="108839" y="88700"/>
                    <a:pt x="88700" y="108839"/>
                    <a:pt x="63857" y="108839"/>
                  </a:cubicBezTo>
                  <a:cubicBezTo>
                    <a:pt x="39013" y="108839"/>
                    <a:pt x="18874" y="88700"/>
                    <a:pt x="18874" y="63857"/>
                  </a:cubicBezTo>
                  <a:cubicBezTo>
                    <a:pt x="18898" y="39023"/>
                    <a:pt x="39023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3"/>
                    <a:pt x="63857" y="127713"/>
                  </a:cubicBezTo>
                  <a:cubicBezTo>
                    <a:pt x="99124" y="127713"/>
                    <a:pt x="127713" y="99124"/>
                    <a:pt x="127713" y="63857"/>
                  </a:cubicBezTo>
                  <a:cubicBezTo>
                    <a:pt x="127713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bg1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/>
            </a:p>
          </p:txBody>
        </p:sp>
      </p:grpSp>
    </p:spTree>
    <p:extLst>
      <p:ext uri="{BB962C8B-B14F-4D97-AF65-F5344CB8AC3E}">
        <p14:creationId xmlns:p14="http://schemas.microsoft.com/office/powerpoint/2010/main" val="21379060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Bild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969F227-D21C-48B3-828A-6BFA9585E8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16544" y="614202"/>
            <a:ext cx="5918072" cy="2276856"/>
          </a:xfrm>
        </p:spPr>
        <p:txBody>
          <a:bodyPr lIns="0" tIns="0" rIns="0" bIns="0" rtlCol="0" anchor="b"/>
          <a:lstStyle>
            <a:lvl1pPr algn="r">
              <a:lnSpc>
                <a:spcPts val="4000"/>
              </a:lnSpc>
              <a:defRPr lang="de-DE" sz="4000" b="1" kern="0" cap="all" spc="0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de-DE"/>
              <a:t>Titel durch Klicken hinzufügen</a:t>
            </a:r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1C738AB3-8054-6E21-C34C-36AF3A31AC4E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 rtlCol="0"/>
          <a:lstStyle>
            <a:lvl1pPr>
              <a:defRPr lang="de-DE">
                <a:solidFill>
                  <a:schemeClr val="bg1"/>
                </a:solidFill>
              </a:defRPr>
            </a:lvl1pPr>
          </a:lstStyle>
          <a:p>
            <a:pPr rtl="0"/>
            <a:fld id="{D8DA9DAA-006C-4F4B-980E-E3DF019B24E2}" type="slidenum">
              <a:rPr lang="de-DE" smtClean="0"/>
              <a:pPr rtl="0"/>
              <a:t>‹#›</a:t>
            </a:fld>
            <a:endParaRPr lang="de-DE"/>
          </a:p>
        </p:txBody>
      </p:sp>
      <p:sp>
        <p:nvSpPr>
          <p:cNvPr id="19" name="Bildplatzhalter 18">
            <a:extLst>
              <a:ext uri="{FF2B5EF4-FFF2-40B4-BE49-F238E27FC236}">
                <a16:creationId xmlns:a16="http://schemas.microsoft.com/office/drawing/2014/main" id="{34120D15-E48C-4FBE-BB95-24DB36D9F45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280160" y="2530058"/>
            <a:ext cx="3707972" cy="3707971"/>
          </a:xfrm>
          <a:custGeom>
            <a:avLst/>
            <a:gdLst>
              <a:gd name="connsiteX0" fmla="*/ 1853986 w 3707972"/>
              <a:gd name="connsiteY0" fmla="*/ 0 h 3707971"/>
              <a:gd name="connsiteX1" fmla="*/ 3707972 w 3707972"/>
              <a:gd name="connsiteY1" fmla="*/ 1853986 h 3707971"/>
              <a:gd name="connsiteX2" fmla="*/ 2043545 w 3707972"/>
              <a:gd name="connsiteY2" fmla="*/ 3698400 h 3707971"/>
              <a:gd name="connsiteX3" fmla="*/ 1854006 w 3707972"/>
              <a:gd name="connsiteY3" fmla="*/ 3707971 h 3707971"/>
              <a:gd name="connsiteX4" fmla="*/ 1853966 w 3707972"/>
              <a:gd name="connsiteY4" fmla="*/ 3707971 h 3707971"/>
              <a:gd name="connsiteX5" fmla="*/ 1664427 w 3707972"/>
              <a:gd name="connsiteY5" fmla="*/ 3698400 h 3707971"/>
              <a:gd name="connsiteX6" fmla="*/ 0 w 3707972"/>
              <a:gd name="connsiteY6" fmla="*/ 1853986 h 3707971"/>
              <a:gd name="connsiteX7" fmla="*/ 1853986 w 3707972"/>
              <a:gd name="connsiteY7" fmla="*/ 0 h 37079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707972" h="3707971">
                <a:moveTo>
                  <a:pt x="1853986" y="0"/>
                </a:moveTo>
                <a:cubicBezTo>
                  <a:pt x="2877914" y="0"/>
                  <a:pt x="3707972" y="830058"/>
                  <a:pt x="3707972" y="1853986"/>
                </a:cubicBezTo>
                <a:cubicBezTo>
                  <a:pt x="3707972" y="2813919"/>
                  <a:pt x="2978429" y="3603458"/>
                  <a:pt x="2043545" y="3698400"/>
                </a:cubicBezTo>
                <a:lnTo>
                  <a:pt x="1854006" y="3707971"/>
                </a:lnTo>
                <a:lnTo>
                  <a:pt x="1853966" y="3707971"/>
                </a:lnTo>
                <a:lnTo>
                  <a:pt x="1664427" y="3698400"/>
                </a:lnTo>
                <a:cubicBezTo>
                  <a:pt x="729543" y="3603458"/>
                  <a:pt x="0" y="2813919"/>
                  <a:pt x="0" y="1853986"/>
                </a:cubicBezTo>
                <a:cubicBezTo>
                  <a:pt x="0" y="830058"/>
                  <a:pt x="830058" y="0"/>
                  <a:pt x="1853986" y="0"/>
                </a:cubicBezTo>
                <a:close/>
              </a:path>
            </a:pathLst>
          </a:custGeom>
        </p:spPr>
        <p:txBody>
          <a:bodyPr wrap="square" tIns="914400" rtlCol="0" anchor="t">
            <a:noAutofit/>
          </a:bodyPr>
          <a:lstStyle>
            <a:lvl1pPr algn="ctr">
              <a:buNone/>
              <a:defRPr lang="de-DE" sz="1600" b="1">
                <a:solidFill>
                  <a:schemeClr val="bg1"/>
                </a:solidFill>
              </a:defRPr>
            </a:lvl1pPr>
          </a:lstStyle>
          <a:p>
            <a:pPr rtl="0"/>
            <a:r>
              <a:rPr lang="de-DE"/>
              <a:t>Klicken, um Bild hinzuzufügen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94FD1B85-4BEF-C1C1-5619-B82E9E44A9F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116548" y="3161752"/>
            <a:ext cx="5918068" cy="3144965"/>
          </a:xfrm>
        </p:spPr>
        <p:txBody>
          <a:bodyPr lIns="0" tIns="0" rIns="0" bIns="0" rtlCol="0">
            <a:normAutofit/>
          </a:bodyPr>
          <a:lstStyle>
            <a:lvl1pPr marL="0" indent="0" algn="r">
              <a:spcBef>
                <a:spcPts val="1200"/>
              </a:spcBef>
              <a:buNone/>
              <a:defRPr lang="de-DE" sz="2400">
                <a:solidFill>
                  <a:schemeClr val="bg1"/>
                </a:solidFill>
              </a:defRPr>
            </a:lvl1pPr>
            <a:lvl2pPr marL="457200" indent="0" algn="r">
              <a:spcBef>
                <a:spcPts val="1200"/>
              </a:spcBef>
              <a:buNone/>
              <a:defRPr lang="de-DE" sz="2400">
                <a:solidFill>
                  <a:schemeClr val="bg1"/>
                </a:solidFill>
              </a:defRPr>
            </a:lvl2pPr>
            <a:lvl3pPr marL="914400" indent="0" algn="r">
              <a:spcBef>
                <a:spcPts val="1200"/>
              </a:spcBef>
              <a:buNone/>
              <a:defRPr lang="de-DE" sz="2400">
                <a:solidFill>
                  <a:schemeClr val="bg1"/>
                </a:solidFill>
              </a:defRPr>
            </a:lvl3pPr>
            <a:lvl4pPr marL="1371600" indent="0" algn="r">
              <a:spcBef>
                <a:spcPts val="1200"/>
              </a:spcBef>
              <a:buNone/>
              <a:defRPr lang="de-DE" sz="2400">
                <a:solidFill>
                  <a:schemeClr val="bg1"/>
                </a:solidFill>
              </a:defRPr>
            </a:lvl4pPr>
            <a:lvl5pPr marL="1828800" indent="0" algn="r">
              <a:buNone/>
              <a:defRPr lang="de-DE" sz="18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de-DE"/>
              <a:t>Mastertextformat bearbeiten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</p:txBody>
      </p:sp>
      <p:cxnSp>
        <p:nvCxnSpPr>
          <p:cNvPr id="14" name="Gerader Verbinder 13">
            <a:extLst>
              <a:ext uri="{FF2B5EF4-FFF2-40B4-BE49-F238E27FC236}">
                <a16:creationId xmlns:a16="http://schemas.microsoft.com/office/drawing/2014/main" id="{13AE7F8D-AE68-4A83-BAB5-3A97D473CE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40664" y="1371600"/>
            <a:ext cx="0" cy="5486400"/>
          </a:xfrm>
          <a:prstGeom prst="line">
            <a:avLst/>
          </a:prstGeom>
          <a:ln w="25400" cap="sq">
            <a:solidFill>
              <a:schemeClr val="bg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Grafik 12">
            <a:extLst>
              <a:ext uri="{FF2B5EF4-FFF2-40B4-BE49-F238E27FC236}">
                <a16:creationId xmlns:a16="http://schemas.microsoft.com/office/drawing/2014/main" id="{EA1B6985-3E5A-40F4-9268-D4AB3BBF8C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745394" y="2760277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bg1"/>
          </a:solidFill>
          <a:ln w="422" cap="flat">
            <a:noFill/>
            <a:prstDash val="solid"/>
            <a:miter/>
          </a:ln>
        </p:spPr>
        <p:txBody>
          <a:bodyPr rtlCol="0" anchor="ctr"/>
          <a:lstStyle>
            <a:defPPr>
              <a:defRPr lang="de-DE"/>
            </a:defPPr>
          </a:lstStyle>
          <a:p>
            <a:pPr rtl="0"/>
            <a:endParaRPr lang="de-DE"/>
          </a:p>
        </p:txBody>
      </p:sp>
      <p:sp>
        <p:nvSpPr>
          <p:cNvPr id="13" name="Grafik 13">
            <a:extLst>
              <a:ext uri="{FF2B5EF4-FFF2-40B4-BE49-F238E27FC236}">
                <a16:creationId xmlns:a16="http://schemas.microsoft.com/office/drawing/2014/main" id="{338BC906-9D03-4280-85E8-21A81BC21D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386614" y="2530982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bg1"/>
          </a:solidFill>
          <a:ln w="603" cap="flat">
            <a:noFill/>
            <a:prstDash val="solid"/>
            <a:miter/>
          </a:ln>
        </p:spPr>
        <p:txBody>
          <a:bodyPr rtlCol="0" anchor="ctr"/>
          <a:lstStyle>
            <a:defPPr>
              <a:defRPr lang="de-DE"/>
            </a:defPPr>
          </a:lstStyle>
          <a:p>
            <a:pPr rtl="0"/>
            <a:endParaRPr lang="de-DE"/>
          </a:p>
        </p:txBody>
      </p:sp>
      <p:sp>
        <p:nvSpPr>
          <p:cNvPr id="17" name="Grafik 15">
            <a:extLst>
              <a:ext uri="{FF2B5EF4-FFF2-40B4-BE49-F238E27FC236}">
                <a16:creationId xmlns:a16="http://schemas.microsoft.com/office/drawing/2014/main" id="{C5C06D53-C9F6-47E8-BFE1-B8193A1AED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652402" y="6031572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bg1"/>
          </a:solidFill>
          <a:ln w="610" cap="flat">
            <a:noFill/>
            <a:prstDash val="solid"/>
            <a:miter/>
          </a:ln>
        </p:spPr>
        <p:txBody>
          <a:bodyPr rtlCol="0" anchor="ctr"/>
          <a:lstStyle>
            <a:defPPr>
              <a:defRPr lang="de-DE"/>
            </a:defPPr>
          </a:lstStyle>
          <a:p>
            <a:pPr rtl="0"/>
            <a:endParaRPr lang="de-DE"/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CE9872E9-2F0D-2FEB-0974-F0BBBC5E0331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>
          <a:xfrm>
            <a:off x="7238999" y="6356350"/>
            <a:ext cx="3795615" cy="365125"/>
          </a:xfrm>
        </p:spPr>
        <p:txBody>
          <a:bodyPr rtlCol="0"/>
          <a:lstStyle>
            <a:lvl1pPr>
              <a:defRPr lang="de-DE">
                <a:solidFill>
                  <a:schemeClr val="bg1"/>
                </a:solidFill>
              </a:defRPr>
            </a:lvl1pPr>
          </a:lstStyle>
          <a:p>
            <a:pPr rtl="0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907687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+ Bild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189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6640AAD-80AF-40E7-BE3F-43D32FC68E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0159" y="3386775"/>
            <a:ext cx="8311102" cy="3080335"/>
          </a:xfrm>
        </p:spPr>
        <p:txBody>
          <a:bodyPr lIns="0" tIns="274320" rIns="0" bIns="0" rtlCol="0" anchor="t" anchorCtr="0"/>
          <a:lstStyle>
            <a:lvl1pPr algn="l">
              <a:lnSpc>
                <a:spcPts val="5400"/>
              </a:lnSpc>
              <a:defRPr lang="de-DE" sz="5400" b="1" i="0" kern="0" cap="all" spc="0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de-DE"/>
              <a:t>Mastertitelformat bearbeiten</a:t>
            </a:r>
          </a:p>
        </p:txBody>
      </p:sp>
      <p:cxnSp>
        <p:nvCxnSpPr>
          <p:cNvPr id="9" name="Gerader Verbinder 8">
            <a:extLst>
              <a:ext uri="{FF2B5EF4-FFF2-40B4-BE49-F238E27FC236}">
                <a16:creationId xmlns:a16="http://schemas.microsoft.com/office/drawing/2014/main" id="{8E825845-66DD-4B77-A729-CD97D156FE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280160" y="0"/>
            <a:ext cx="0" cy="3352800"/>
          </a:xfrm>
          <a:prstGeom prst="line">
            <a:avLst/>
          </a:prstGeom>
          <a:ln w="25400" cap="sq">
            <a:solidFill>
              <a:schemeClr val="bg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uppieren 3">
            <a:extLst>
              <a:ext uri="{FF2B5EF4-FFF2-40B4-BE49-F238E27FC236}">
                <a16:creationId xmlns:a16="http://schemas.microsoft.com/office/drawing/2014/main" id="{22749162-63A5-5BF9-895E-B0577A6C47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19670435">
            <a:off x="7632743" y="794953"/>
            <a:ext cx="465456" cy="581432"/>
            <a:chOff x="7843462" y="2744546"/>
            <a:chExt cx="465456" cy="581432"/>
          </a:xfrm>
        </p:grpSpPr>
        <p:sp>
          <p:nvSpPr>
            <p:cNvPr id="19" name="Grafik 12">
              <a:extLst>
                <a:ext uri="{FF2B5EF4-FFF2-40B4-BE49-F238E27FC236}">
                  <a16:creationId xmlns:a16="http://schemas.microsoft.com/office/drawing/2014/main" id="{818B4386-1FCF-4ACE-BE25-AF9CC5E2256F}"/>
                </a:ext>
              </a:extLst>
            </p:cNvPr>
            <p:cNvSpPr/>
            <p:nvPr userDrawn="1"/>
          </p:nvSpPr>
          <p:spPr>
            <a:xfrm>
              <a:off x="8217780" y="2973840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bg1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/>
            </a:p>
          </p:txBody>
        </p:sp>
        <p:sp>
          <p:nvSpPr>
            <p:cNvPr id="21" name="Grafik 13">
              <a:extLst>
                <a:ext uri="{FF2B5EF4-FFF2-40B4-BE49-F238E27FC236}">
                  <a16:creationId xmlns:a16="http://schemas.microsoft.com/office/drawing/2014/main" id="{19319560-50ED-4963-A2CF-74663239D426}"/>
                </a:ext>
              </a:extLst>
            </p:cNvPr>
            <p:cNvSpPr/>
            <p:nvPr userDrawn="1"/>
          </p:nvSpPr>
          <p:spPr>
            <a:xfrm>
              <a:off x="7859002" y="2744546"/>
              <a:ext cx="139038" cy="139038"/>
            </a:xfrm>
            <a:custGeom>
              <a:avLst/>
              <a:gdLst>
                <a:gd name="connsiteX0" fmla="*/ 129601 w 139038"/>
                <a:gd name="connsiteY0" fmla="*/ 60082 h 139038"/>
                <a:gd name="connsiteX1" fmla="*/ 78956 w 139038"/>
                <a:gd name="connsiteY1" fmla="*/ 60082 h 139038"/>
                <a:gd name="connsiteX2" fmla="*/ 78956 w 139038"/>
                <a:gd name="connsiteY2" fmla="*/ 9437 h 139038"/>
                <a:gd name="connsiteX3" fmla="*/ 69519 w 139038"/>
                <a:gd name="connsiteY3" fmla="*/ 0 h 139038"/>
                <a:gd name="connsiteX4" fmla="*/ 60082 w 139038"/>
                <a:gd name="connsiteY4" fmla="*/ 9437 h 139038"/>
                <a:gd name="connsiteX5" fmla="*/ 60082 w 139038"/>
                <a:gd name="connsiteY5" fmla="*/ 60082 h 139038"/>
                <a:gd name="connsiteX6" fmla="*/ 9437 w 139038"/>
                <a:gd name="connsiteY6" fmla="*/ 60082 h 139038"/>
                <a:gd name="connsiteX7" fmla="*/ 0 w 139038"/>
                <a:gd name="connsiteY7" fmla="*/ 69519 h 139038"/>
                <a:gd name="connsiteX8" fmla="*/ 9437 w 139038"/>
                <a:gd name="connsiteY8" fmla="*/ 78956 h 139038"/>
                <a:gd name="connsiteX9" fmla="*/ 60082 w 139038"/>
                <a:gd name="connsiteY9" fmla="*/ 78956 h 139038"/>
                <a:gd name="connsiteX10" fmla="*/ 60082 w 139038"/>
                <a:gd name="connsiteY10" fmla="*/ 129601 h 139038"/>
                <a:gd name="connsiteX11" fmla="*/ 69519 w 139038"/>
                <a:gd name="connsiteY11" fmla="*/ 139038 h 139038"/>
                <a:gd name="connsiteX12" fmla="*/ 78956 w 139038"/>
                <a:gd name="connsiteY12" fmla="*/ 129601 h 139038"/>
                <a:gd name="connsiteX13" fmla="*/ 78956 w 139038"/>
                <a:gd name="connsiteY13" fmla="*/ 78956 h 139038"/>
                <a:gd name="connsiteX14" fmla="*/ 129601 w 139038"/>
                <a:gd name="connsiteY14" fmla="*/ 78956 h 139038"/>
                <a:gd name="connsiteX15" fmla="*/ 139038 w 139038"/>
                <a:gd name="connsiteY15" fmla="*/ 69519 h 139038"/>
                <a:gd name="connsiteX16" fmla="*/ 129601 w 139038"/>
                <a:gd name="connsiteY16" fmla="*/ 60082 h 1390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8" h="139038">
                  <a:moveTo>
                    <a:pt x="129601" y="60082"/>
                  </a:moveTo>
                  <a:lnTo>
                    <a:pt x="78956" y="60082"/>
                  </a:lnTo>
                  <a:lnTo>
                    <a:pt x="78956" y="9437"/>
                  </a:lnTo>
                  <a:cubicBezTo>
                    <a:pt x="78956" y="4225"/>
                    <a:pt x="74731" y="0"/>
                    <a:pt x="69519" y="0"/>
                  </a:cubicBezTo>
                  <a:cubicBezTo>
                    <a:pt x="64307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7"/>
                    <a:pt x="0" y="69519"/>
                  </a:cubicBezTo>
                  <a:cubicBezTo>
                    <a:pt x="0" y="74731"/>
                    <a:pt x="4225" y="78956"/>
                    <a:pt x="9437" y="78956"/>
                  </a:cubicBezTo>
                  <a:lnTo>
                    <a:pt x="60082" y="78956"/>
                  </a:lnTo>
                  <a:lnTo>
                    <a:pt x="60082" y="129601"/>
                  </a:lnTo>
                  <a:cubicBezTo>
                    <a:pt x="60082" y="134813"/>
                    <a:pt x="64307" y="139038"/>
                    <a:pt x="69519" y="139038"/>
                  </a:cubicBezTo>
                  <a:cubicBezTo>
                    <a:pt x="74731" y="139038"/>
                    <a:pt x="78956" y="134813"/>
                    <a:pt x="78956" y="129601"/>
                  </a:cubicBezTo>
                  <a:lnTo>
                    <a:pt x="78956" y="78956"/>
                  </a:lnTo>
                  <a:lnTo>
                    <a:pt x="129601" y="78956"/>
                  </a:lnTo>
                  <a:cubicBezTo>
                    <a:pt x="134813" y="78956"/>
                    <a:pt x="139038" y="74731"/>
                    <a:pt x="139038" y="69519"/>
                  </a:cubicBezTo>
                  <a:cubicBezTo>
                    <a:pt x="139038" y="64307"/>
                    <a:pt x="134813" y="60082"/>
                    <a:pt x="129601" y="60082"/>
                  </a:cubicBezTo>
                  <a:close/>
                </a:path>
              </a:pathLst>
            </a:custGeom>
            <a:solidFill>
              <a:schemeClr val="bg1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/>
            </a:p>
          </p:txBody>
        </p:sp>
        <p:sp>
          <p:nvSpPr>
            <p:cNvPr id="23" name="Grafik 15">
              <a:extLst>
                <a:ext uri="{FF2B5EF4-FFF2-40B4-BE49-F238E27FC236}">
                  <a16:creationId xmlns:a16="http://schemas.microsoft.com/office/drawing/2014/main" id="{E5ABBDAD-943D-48F3-9C80-B29C48966C79}"/>
                </a:ext>
              </a:extLst>
            </p:cNvPr>
            <p:cNvSpPr/>
            <p:nvPr userDrawn="1"/>
          </p:nvSpPr>
          <p:spPr>
            <a:xfrm>
              <a:off x="7843462" y="3198265"/>
              <a:ext cx="127713" cy="127713"/>
            </a:xfrm>
            <a:custGeom>
              <a:avLst/>
              <a:gdLst>
                <a:gd name="connsiteX0" fmla="*/ 63857 w 127713"/>
                <a:gd name="connsiteY0" fmla="*/ 18874 h 127713"/>
                <a:gd name="connsiteX1" fmla="*/ 108839 w 127713"/>
                <a:gd name="connsiteY1" fmla="*/ 63857 h 127713"/>
                <a:gd name="connsiteX2" fmla="*/ 63857 w 127713"/>
                <a:gd name="connsiteY2" fmla="*/ 108839 h 127713"/>
                <a:gd name="connsiteX3" fmla="*/ 18874 w 127713"/>
                <a:gd name="connsiteY3" fmla="*/ 63857 h 127713"/>
                <a:gd name="connsiteX4" fmla="*/ 63857 w 127713"/>
                <a:gd name="connsiteY4" fmla="*/ 18874 h 127713"/>
                <a:gd name="connsiteX5" fmla="*/ 63857 w 127713"/>
                <a:gd name="connsiteY5" fmla="*/ 0 h 127713"/>
                <a:gd name="connsiteX6" fmla="*/ 0 w 127713"/>
                <a:gd name="connsiteY6" fmla="*/ 63857 h 127713"/>
                <a:gd name="connsiteX7" fmla="*/ 63857 w 127713"/>
                <a:gd name="connsiteY7" fmla="*/ 127713 h 127713"/>
                <a:gd name="connsiteX8" fmla="*/ 127713 w 127713"/>
                <a:gd name="connsiteY8" fmla="*/ 63857 h 127713"/>
                <a:gd name="connsiteX9" fmla="*/ 63857 w 127713"/>
                <a:gd name="connsiteY9" fmla="*/ 0 h 127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3" h="127713">
                  <a:moveTo>
                    <a:pt x="63857" y="18874"/>
                  </a:moveTo>
                  <a:cubicBezTo>
                    <a:pt x="88700" y="18874"/>
                    <a:pt x="108839" y="39013"/>
                    <a:pt x="108839" y="63857"/>
                  </a:cubicBezTo>
                  <a:cubicBezTo>
                    <a:pt x="108839" y="88700"/>
                    <a:pt x="88700" y="108839"/>
                    <a:pt x="63857" y="108839"/>
                  </a:cubicBezTo>
                  <a:cubicBezTo>
                    <a:pt x="39013" y="108839"/>
                    <a:pt x="18874" y="88700"/>
                    <a:pt x="18874" y="63857"/>
                  </a:cubicBezTo>
                  <a:cubicBezTo>
                    <a:pt x="18898" y="39023"/>
                    <a:pt x="39023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3"/>
                    <a:pt x="63857" y="127713"/>
                  </a:cubicBezTo>
                  <a:cubicBezTo>
                    <a:pt x="99124" y="127713"/>
                    <a:pt x="127713" y="99124"/>
                    <a:pt x="127713" y="63857"/>
                  </a:cubicBezTo>
                  <a:cubicBezTo>
                    <a:pt x="127713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bg1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/>
            </a:p>
          </p:txBody>
        </p:sp>
      </p:grpSp>
      <p:sp>
        <p:nvSpPr>
          <p:cNvPr id="3" name="Bildplatzhalter 14">
            <a:extLst>
              <a:ext uri="{FF2B5EF4-FFF2-40B4-BE49-F238E27FC236}">
                <a16:creationId xmlns:a16="http://schemas.microsoft.com/office/drawing/2014/main" id="{01D87F51-D69B-9038-0566-4FDC355AB6F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197587" y="411831"/>
            <a:ext cx="3521337" cy="3521344"/>
          </a:xfrm>
          <a:custGeom>
            <a:avLst/>
            <a:gdLst>
              <a:gd name="connsiteX0" fmla="*/ 2133823 w 4266960"/>
              <a:gd name="connsiteY0" fmla="*/ 0 h 4266968"/>
              <a:gd name="connsiteX1" fmla="*/ 4256628 w 4266960"/>
              <a:gd name="connsiteY1" fmla="*/ 1915652 h 4266968"/>
              <a:gd name="connsiteX2" fmla="*/ 4266960 w 4266960"/>
              <a:gd name="connsiteY2" fmla="*/ 2120258 h 4266968"/>
              <a:gd name="connsiteX3" fmla="*/ 4266960 w 4266960"/>
              <a:gd name="connsiteY3" fmla="*/ 2147389 h 4266968"/>
              <a:gd name="connsiteX4" fmla="*/ 4256628 w 4266960"/>
              <a:gd name="connsiteY4" fmla="*/ 2351994 h 4266968"/>
              <a:gd name="connsiteX5" fmla="*/ 2351994 w 4266960"/>
              <a:gd name="connsiteY5" fmla="*/ 4256629 h 4266968"/>
              <a:gd name="connsiteX6" fmla="*/ 2147230 w 4266960"/>
              <a:gd name="connsiteY6" fmla="*/ 4266968 h 4266968"/>
              <a:gd name="connsiteX7" fmla="*/ 2120416 w 4266960"/>
              <a:gd name="connsiteY7" fmla="*/ 4266968 h 4266968"/>
              <a:gd name="connsiteX8" fmla="*/ 1915652 w 4266960"/>
              <a:gd name="connsiteY8" fmla="*/ 4256629 h 4266968"/>
              <a:gd name="connsiteX9" fmla="*/ 0 w 4266960"/>
              <a:gd name="connsiteY9" fmla="*/ 2133823 h 4266968"/>
              <a:gd name="connsiteX10" fmla="*/ 2133823 w 4266960"/>
              <a:gd name="connsiteY10" fmla="*/ 0 h 4266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266960" h="4266968">
                <a:moveTo>
                  <a:pt x="2133823" y="0"/>
                </a:moveTo>
                <a:cubicBezTo>
                  <a:pt x="3238644" y="0"/>
                  <a:pt x="4147355" y="839660"/>
                  <a:pt x="4256628" y="1915652"/>
                </a:cubicBezTo>
                <a:lnTo>
                  <a:pt x="4266960" y="2120258"/>
                </a:lnTo>
                <a:lnTo>
                  <a:pt x="4266960" y="2147389"/>
                </a:lnTo>
                <a:lnTo>
                  <a:pt x="4256628" y="2351994"/>
                </a:lnTo>
                <a:cubicBezTo>
                  <a:pt x="4154640" y="3356254"/>
                  <a:pt x="3356253" y="4154640"/>
                  <a:pt x="2351994" y="4256629"/>
                </a:cubicBezTo>
                <a:lnTo>
                  <a:pt x="2147230" y="4266968"/>
                </a:lnTo>
                <a:lnTo>
                  <a:pt x="2120416" y="4266968"/>
                </a:lnTo>
                <a:lnTo>
                  <a:pt x="1915652" y="4256629"/>
                </a:lnTo>
                <a:cubicBezTo>
                  <a:pt x="839660" y="4147356"/>
                  <a:pt x="0" y="3238645"/>
                  <a:pt x="0" y="2133823"/>
                </a:cubicBezTo>
                <a:cubicBezTo>
                  <a:pt x="0" y="955346"/>
                  <a:pt x="955346" y="0"/>
                  <a:pt x="2133823" y="0"/>
                </a:cubicBezTo>
                <a:close/>
              </a:path>
            </a:pathLst>
          </a:custGeom>
        </p:spPr>
        <p:txBody>
          <a:bodyPr wrap="square" tIns="914400" rtlCol="0" anchor="t" anchorCtr="0">
            <a:noAutofit/>
          </a:bodyPr>
          <a:lstStyle>
            <a:lvl1pPr algn="ctr">
              <a:buNone/>
              <a:defRPr lang="de-DE" sz="1800">
                <a:solidFill>
                  <a:schemeClr val="bg1"/>
                </a:solidFill>
              </a:defRPr>
            </a:lvl1pPr>
          </a:lstStyle>
          <a:p>
            <a:pPr rtl="0"/>
            <a:r>
              <a:rPr lang="de-DE"/>
              <a:t>Klicken, um Bild hinzuzufügen</a:t>
            </a:r>
          </a:p>
        </p:txBody>
      </p:sp>
    </p:spTree>
    <p:extLst>
      <p:ext uri="{BB962C8B-B14F-4D97-AF65-F5344CB8AC3E}">
        <p14:creationId xmlns:p14="http://schemas.microsoft.com/office/powerpoint/2010/main" val="19512396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+ Untertitel + Bild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6640AAD-80AF-40E7-BE3F-43D32FC68ED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280159" y="640080"/>
            <a:ext cx="10302240" cy="1852046"/>
          </a:xfrm>
        </p:spPr>
        <p:txBody>
          <a:bodyPr lIns="0" tIns="0" rIns="0" bIns="0" rtlCol="0" anchor="b"/>
          <a:lstStyle>
            <a:lvl1pPr algn="l">
              <a:lnSpc>
                <a:spcPts val="5400"/>
              </a:lnSpc>
              <a:defRPr lang="de-DE" sz="5400" b="1" i="0" kern="0" cap="all" spc="0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de-DE"/>
              <a:t>Titel durch Klicken hinzufügen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EC80FBD9-0977-4B2B-9318-30774BB0947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280158" y="2588447"/>
            <a:ext cx="7853678" cy="726645"/>
          </a:xfrm>
        </p:spPr>
        <p:txBody>
          <a:bodyPr lIns="0" tIns="0" rIns="0" bIns="0" rtlCol="0" anchor="t" anchorCtr="0">
            <a:normAutofit/>
          </a:bodyPr>
          <a:lstStyle>
            <a:lvl1pPr marL="0" indent="0" algn="l">
              <a:buNone/>
              <a:defRPr lang="de-DE" sz="2400">
                <a:solidFill>
                  <a:schemeClr val="bg1"/>
                </a:solidFill>
              </a:defRPr>
            </a:lvl1pPr>
            <a:lvl2pPr marL="457200" indent="0" algn="ctr">
              <a:buNone/>
              <a:defRPr lang="de-DE" sz="2000"/>
            </a:lvl2pPr>
            <a:lvl3pPr marL="914400" indent="0" algn="ctr">
              <a:buNone/>
              <a:defRPr lang="de-DE" sz="1800"/>
            </a:lvl3pPr>
            <a:lvl4pPr marL="1371600" indent="0" algn="ctr">
              <a:buNone/>
              <a:defRPr lang="de-DE" sz="1600"/>
            </a:lvl4pPr>
            <a:lvl5pPr marL="1828800" indent="0" algn="ctr">
              <a:buNone/>
              <a:defRPr lang="de-DE" sz="1600"/>
            </a:lvl5pPr>
            <a:lvl6pPr marL="2286000" indent="0" algn="ctr">
              <a:buNone/>
              <a:defRPr lang="de-DE" sz="1600"/>
            </a:lvl6pPr>
            <a:lvl7pPr marL="2743200" indent="0" algn="ctr">
              <a:buNone/>
              <a:defRPr lang="de-DE" sz="1600"/>
            </a:lvl7pPr>
            <a:lvl8pPr marL="3200400" indent="0" algn="ctr">
              <a:buNone/>
              <a:defRPr lang="de-DE" sz="1600"/>
            </a:lvl8pPr>
            <a:lvl9pPr marL="3657600" indent="0" algn="ctr">
              <a:buNone/>
              <a:defRPr lang="de-DE" sz="1600"/>
            </a:lvl9pPr>
          </a:lstStyle>
          <a:p>
            <a:pPr lvl="0" rtl="0"/>
            <a:r>
              <a:rPr lang="de-DE"/>
              <a:t>Klicken Sie, um Text hinzuzufügen.</a:t>
            </a:r>
          </a:p>
        </p:txBody>
      </p:sp>
      <p:cxnSp>
        <p:nvCxnSpPr>
          <p:cNvPr id="9" name="Gerader Verbinder 8">
            <a:extLst>
              <a:ext uri="{FF2B5EF4-FFF2-40B4-BE49-F238E27FC236}">
                <a16:creationId xmlns:a16="http://schemas.microsoft.com/office/drawing/2014/main" id="{8E825845-66DD-4B77-A729-CD97D156FE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280160" y="3496322"/>
            <a:ext cx="0" cy="3352800"/>
          </a:xfrm>
          <a:prstGeom prst="line">
            <a:avLst/>
          </a:prstGeom>
          <a:ln w="25400" cap="sq">
            <a:solidFill>
              <a:schemeClr val="bg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uppieren 3">
            <a:extLst>
              <a:ext uri="{FF2B5EF4-FFF2-40B4-BE49-F238E27FC236}">
                <a16:creationId xmlns:a16="http://schemas.microsoft.com/office/drawing/2014/main" id="{22749162-63A5-5BF9-895E-B0577A6C47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7659974" y="4456458"/>
            <a:ext cx="465456" cy="581432"/>
            <a:chOff x="7843462" y="2744546"/>
            <a:chExt cx="465456" cy="581432"/>
          </a:xfrm>
        </p:grpSpPr>
        <p:sp>
          <p:nvSpPr>
            <p:cNvPr id="19" name="Grafik 12">
              <a:extLst>
                <a:ext uri="{FF2B5EF4-FFF2-40B4-BE49-F238E27FC236}">
                  <a16:creationId xmlns:a16="http://schemas.microsoft.com/office/drawing/2014/main" id="{818B4386-1FCF-4ACE-BE25-AF9CC5E2256F}"/>
                </a:ext>
              </a:extLst>
            </p:cNvPr>
            <p:cNvSpPr/>
            <p:nvPr userDrawn="1"/>
          </p:nvSpPr>
          <p:spPr>
            <a:xfrm>
              <a:off x="8217780" y="2973840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bg1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/>
            </a:p>
          </p:txBody>
        </p:sp>
        <p:sp>
          <p:nvSpPr>
            <p:cNvPr id="21" name="Grafik 13">
              <a:extLst>
                <a:ext uri="{FF2B5EF4-FFF2-40B4-BE49-F238E27FC236}">
                  <a16:creationId xmlns:a16="http://schemas.microsoft.com/office/drawing/2014/main" id="{19319560-50ED-4963-A2CF-74663239D426}"/>
                </a:ext>
              </a:extLst>
            </p:cNvPr>
            <p:cNvSpPr/>
            <p:nvPr userDrawn="1"/>
          </p:nvSpPr>
          <p:spPr>
            <a:xfrm>
              <a:off x="7859002" y="2744546"/>
              <a:ext cx="139038" cy="139038"/>
            </a:xfrm>
            <a:custGeom>
              <a:avLst/>
              <a:gdLst>
                <a:gd name="connsiteX0" fmla="*/ 129601 w 139038"/>
                <a:gd name="connsiteY0" fmla="*/ 60082 h 139038"/>
                <a:gd name="connsiteX1" fmla="*/ 78956 w 139038"/>
                <a:gd name="connsiteY1" fmla="*/ 60082 h 139038"/>
                <a:gd name="connsiteX2" fmla="*/ 78956 w 139038"/>
                <a:gd name="connsiteY2" fmla="*/ 9437 h 139038"/>
                <a:gd name="connsiteX3" fmla="*/ 69519 w 139038"/>
                <a:gd name="connsiteY3" fmla="*/ 0 h 139038"/>
                <a:gd name="connsiteX4" fmla="*/ 60082 w 139038"/>
                <a:gd name="connsiteY4" fmla="*/ 9437 h 139038"/>
                <a:gd name="connsiteX5" fmla="*/ 60082 w 139038"/>
                <a:gd name="connsiteY5" fmla="*/ 60082 h 139038"/>
                <a:gd name="connsiteX6" fmla="*/ 9437 w 139038"/>
                <a:gd name="connsiteY6" fmla="*/ 60082 h 139038"/>
                <a:gd name="connsiteX7" fmla="*/ 0 w 139038"/>
                <a:gd name="connsiteY7" fmla="*/ 69519 h 139038"/>
                <a:gd name="connsiteX8" fmla="*/ 9437 w 139038"/>
                <a:gd name="connsiteY8" fmla="*/ 78956 h 139038"/>
                <a:gd name="connsiteX9" fmla="*/ 60082 w 139038"/>
                <a:gd name="connsiteY9" fmla="*/ 78956 h 139038"/>
                <a:gd name="connsiteX10" fmla="*/ 60082 w 139038"/>
                <a:gd name="connsiteY10" fmla="*/ 129601 h 139038"/>
                <a:gd name="connsiteX11" fmla="*/ 69519 w 139038"/>
                <a:gd name="connsiteY11" fmla="*/ 139038 h 139038"/>
                <a:gd name="connsiteX12" fmla="*/ 78956 w 139038"/>
                <a:gd name="connsiteY12" fmla="*/ 129601 h 139038"/>
                <a:gd name="connsiteX13" fmla="*/ 78956 w 139038"/>
                <a:gd name="connsiteY13" fmla="*/ 78956 h 139038"/>
                <a:gd name="connsiteX14" fmla="*/ 129601 w 139038"/>
                <a:gd name="connsiteY14" fmla="*/ 78956 h 139038"/>
                <a:gd name="connsiteX15" fmla="*/ 139038 w 139038"/>
                <a:gd name="connsiteY15" fmla="*/ 69519 h 139038"/>
                <a:gd name="connsiteX16" fmla="*/ 129601 w 139038"/>
                <a:gd name="connsiteY16" fmla="*/ 60082 h 1390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8" h="139038">
                  <a:moveTo>
                    <a:pt x="129601" y="60082"/>
                  </a:moveTo>
                  <a:lnTo>
                    <a:pt x="78956" y="60082"/>
                  </a:lnTo>
                  <a:lnTo>
                    <a:pt x="78956" y="9437"/>
                  </a:lnTo>
                  <a:cubicBezTo>
                    <a:pt x="78956" y="4225"/>
                    <a:pt x="74731" y="0"/>
                    <a:pt x="69519" y="0"/>
                  </a:cubicBezTo>
                  <a:cubicBezTo>
                    <a:pt x="64307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7"/>
                    <a:pt x="0" y="69519"/>
                  </a:cubicBezTo>
                  <a:cubicBezTo>
                    <a:pt x="0" y="74731"/>
                    <a:pt x="4225" y="78956"/>
                    <a:pt x="9437" y="78956"/>
                  </a:cubicBezTo>
                  <a:lnTo>
                    <a:pt x="60082" y="78956"/>
                  </a:lnTo>
                  <a:lnTo>
                    <a:pt x="60082" y="129601"/>
                  </a:lnTo>
                  <a:cubicBezTo>
                    <a:pt x="60082" y="134813"/>
                    <a:pt x="64307" y="139038"/>
                    <a:pt x="69519" y="139038"/>
                  </a:cubicBezTo>
                  <a:cubicBezTo>
                    <a:pt x="74731" y="139038"/>
                    <a:pt x="78956" y="134813"/>
                    <a:pt x="78956" y="129601"/>
                  </a:cubicBezTo>
                  <a:lnTo>
                    <a:pt x="78956" y="78956"/>
                  </a:lnTo>
                  <a:lnTo>
                    <a:pt x="129601" y="78956"/>
                  </a:lnTo>
                  <a:cubicBezTo>
                    <a:pt x="134813" y="78956"/>
                    <a:pt x="139038" y="74731"/>
                    <a:pt x="139038" y="69519"/>
                  </a:cubicBezTo>
                  <a:cubicBezTo>
                    <a:pt x="139038" y="64307"/>
                    <a:pt x="134813" y="60082"/>
                    <a:pt x="129601" y="60082"/>
                  </a:cubicBezTo>
                  <a:close/>
                </a:path>
              </a:pathLst>
            </a:custGeom>
            <a:solidFill>
              <a:schemeClr val="bg1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/>
            </a:p>
          </p:txBody>
        </p:sp>
        <p:sp>
          <p:nvSpPr>
            <p:cNvPr id="23" name="Grafik 15">
              <a:extLst>
                <a:ext uri="{FF2B5EF4-FFF2-40B4-BE49-F238E27FC236}">
                  <a16:creationId xmlns:a16="http://schemas.microsoft.com/office/drawing/2014/main" id="{E5ABBDAD-943D-48F3-9C80-B29C48966C79}"/>
                </a:ext>
              </a:extLst>
            </p:cNvPr>
            <p:cNvSpPr/>
            <p:nvPr userDrawn="1"/>
          </p:nvSpPr>
          <p:spPr>
            <a:xfrm>
              <a:off x="7843462" y="3198265"/>
              <a:ext cx="127713" cy="127713"/>
            </a:xfrm>
            <a:custGeom>
              <a:avLst/>
              <a:gdLst>
                <a:gd name="connsiteX0" fmla="*/ 63857 w 127713"/>
                <a:gd name="connsiteY0" fmla="*/ 18874 h 127713"/>
                <a:gd name="connsiteX1" fmla="*/ 108839 w 127713"/>
                <a:gd name="connsiteY1" fmla="*/ 63857 h 127713"/>
                <a:gd name="connsiteX2" fmla="*/ 63857 w 127713"/>
                <a:gd name="connsiteY2" fmla="*/ 108839 h 127713"/>
                <a:gd name="connsiteX3" fmla="*/ 18874 w 127713"/>
                <a:gd name="connsiteY3" fmla="*/ 63857 h 127713"/>
                <a:gd name="connsiteX4" fmla="*/ 63857 w 127713"/>
                <a:gd name="connsiteY4" fmla="*/ 18874 h 127713"/>
                <a:gd name="connsiteX5" fmla="*/ 63857 w 127713"/>
                <a:gd name="connsiteY5" fmla="*/ 0 h 127713"/>
                <a:gd name="connsiteX6" fmla="*/ 0 w 127713"/>
                <a:gd name="connsiteY6" fmla="*/ 63857 h 127713"/>
                <a:gd name="connsiteX7" fmla="*/ 63857 w 127713"/>
                <a:gd name="connsiteY7" fmla="*/ 127713 h 127713"/>
                <a:gd name="connsiteX8" fmla="*/ 127713 w 127713"/>
                <a:gd name="connsiteY8" fmla="*/ 63857 h 127713"/>
                <a:gd name="connsiteX9" fmla="*/ 63857 w 127713"/>
                <a:gd name="connsiteY9" fmla="*/ 0 h 127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3" h="127713">
                  <a:moveTo>
                    <a:pt x="63857" y="18874"/>
                  </a:moveTo>
                  <a:cubicBezTo>
                    <a:pt x="88700" y="18874"/>
                    <a:pt x="108839" y="39013"/>
                    <a:pt x="108839" y="63857"/>
                  </a:cubicBezTo>
                  <a:cubicBezTo>
                    <a:pt x="108839" y="88700"/>
                    <a:pt x="88700" y="108839"/>
                    <a:pt x="63857" y="108839"/>
                  </a:cubicBezTo>
                  <a:cubicBezTo>
                    <a:pt x="39013" y="108839"/>
                    <a:pt x="18874" y="88700"/>
                    <a:pt x="18874" y="63857"/>
                  </a:cubicBezTo>
                  <a:cubicBezTo>
                    <a:pt x="18898" y="39023"/>
                    <a:pt x="39023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3"/>
                    <a:pt x="63857" y="127713"/>
                  </a:cubicBezTo>
                  <a:cubicBezTo>
                    <a:pt x="99124" y="127713"/>
                    <a:pt x="127713" y="99124"/>
                    <a:pt x="127713" y="63857"/>
                  </a:cubicBezTo>
                  <a:cubicBezTo>
                    <a:pt x="127713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bg1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/>
            </a:p>
          </p:txBody>
        </p:sp>
      </p:grpSp>
      <p:sp>
        <p:nvSpPr>
          <p:cNvPr id="5" name="Bildplatzhalter 14">
            <a:extLst>
              <a:ext uri="{FF2B5EF4-FFF2-40B4-BE49-F238E27FC236}">
                <a16:creationId xmlns:a16="http://schemas.microsoft.com/office/drawing/2014/main" id="{5DDB7824-50BA-B12F-AD49-CA8953CA3A0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536252" y="3205313"/>
            <a:ext cx="3043077" cy="3043083"/>
          </a:xfrm>
          <a:custGeom>
            <a:avLst/>
            <a:gdLst>
              <a:gd name="connsiteX0" fmla="*/ 2133823 w 4266960"/>
              <a:gd name="connsiteY0" fmla="*/ 0 h 4266968"/>
              <a:gd name="connsiteX1" fmla="*/ 4256628 w 4266960"/>
              <a:gd name="connsiteY1" fmla="*/ 1915652 h 4266968"/>
              <a:gd name="connsiteX2" fmla="*/ 4266960 w 4266960"/>
              <a:gd name="connsiteY2" fmla="*/ 2120258 h 4266968"/>
              <a:gd name="connsiteX3" fmla="*/ 4266960 w 4266960"/>
              <a:gd name="connsiteY3" fmla="*/ 2147389 h 4266968"/>
              <a:gd name="connsiteX4" fmla="*/ 4256628 w 4266960"/>
              <a:gd name="connsiteY4" fmla="*/ 2351994 h 4266968"/>
              <a:gd name="connsiteX5" fmla="*/ 2351994 w 4266960"/>
              <a:gd name="connsiteY5" fmla="*/ 4256629 h 4266968"/>
              <a:gd name="connsiteX6" fmla="*/ 2147230 w 4266960"/>
              <a:gd name="connsiteY6" fmla="*/ 4266968 h 4266968"/>
              <a:gd name="connsiteX7" fmla="*/ 2120416 w 4266960"/>
              <a:gd name="connsiteY7" fmla="*/ 4266968 h 4266968"/>
              <a:gd name="connsiteX8" fmla="*/ 1915652 w 4266960"/>
              <a:gd name="connsiteY8" fmla="*/ 4256629 h 4266968"/>
              <a:gd name="connsiteX9" fmla="*/ 0 w 4266960"/>
              <a:gd name="connsiteY9" fmla="*/ 2133823 h 4266968"/>
              <a:gd name="connsiteX10" fmla="*/ 2133823 w 4266960"/>
              <a:gd name="connsiteY10" fmla="*/ 0 h 4266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266960" h="4266968">
                <a:moveTo>
                  <a:pt x="2133823" y="0"/>
                </a:moveTo>
                <a:cubicBezTo>
                  <a:pt x="3238644" y="0"/>
                  <a:pt x="4147355" y="839660"/>
                  <a:pt x="4256628" y="1915652"/>
                </a:cubicBezTo>
                <a:lnTo>
                  <a:pt x="4266960" y="2120258"/>
                </a:lnTo>
                <a:lnTo>
                  <a:pt x="4266960" y="2147389"/>
                </a:lnTo>
                <a:lnTo>
                  <a:pt x="4256628" y="2351994"/>
                </a:lnTo>
                <a:cubicBezTo>
                  <a:pt x="4154640" y="3356254"/>
                  <a:pt x="3356253" y="4154640"/>
                  <a:pt x="2351994" y="4256629"/>
                </a:cubicBezTo>
                <a:lnTo>
                  <a:pt x="2147230" y="4266968"/>
                </a:lnTo>
                <a:lnTo>
                  <a:pt x="2120416" y="4266968"/>
                </a:lnTo>
                <a:lnTo>
                  <a:pt x="1915652" y="4256629"/>
                </a:lnTo>
                <a:cubicBezTo>
                  <a:pt x="839660" y="4147356"/>
                  <a:pt x="0" y="3238645"/>
                  <a:pt x="0" y="2133823"/>
                </a:cubicBezTo>
                <a:cubicBezTo>
                  <a:pt x="0" y="955346"/>
                  <a:pt x="955346" y="0"/>
                  <a:pt x="2133823" y="0"/>
                </a:cubicBezTo>
                <a:close/>
              </a:path>
            </a:pathLst>
          </a:custGeom>
        </p:spPr>
        <p:txBody>
          <a:bodyPr wrap="square" tIns="914400" rtlCol="0" anchor="t" anchorCtr="0">
            <a:noAutofit/>
          </a:bodyPr>
          <a:lstStyle>
            <a:lvl1pPr algn="ctr">
              <a:buNone/>
              <a:defRPr lang="de-DE" sz="1800">
                <a:solidFill>
                  <a:schemeClr val="bg1"/>
                </a:solidFill>
              </a:defRPr>
            </a:lvl1pPr>
          </a:lstStyle>
          <a:p>
            <a:pPr rtl="0"/>
            <a:r>
              <a:rPr lang="de-DE"/>
              <a:t>Klicken, um Bild hinzuzufügen</a:t>
            </a:r>
          </a:p>
        </p:txBody>
      </p:sp>
    </p:spTree>
    <p:extLst>
      <p:ext uri="{BB962C8B-B14F-4D97-AF65-F5344CB8AC3E}">
        <p14:creationId xmlns:p14="http://schemas.microsoft.com/office/powerpoint/2010/main" val="6526456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, Bild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696CF8C-1EA0-4E47-AC60-CAC3B80A3C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14800" y="640080"/>
            <a:ext cx="7498080" cy="1280160"/>
          </a:xfrm>
        </p:spPr>
        <p:txBody>
          <a:bodyPr lIns="0" tIns="0" rIns="0" bIns="0" rtlCol="0" anchor="b" anchorCtr="0"/>
          <a:lstStyle>
            <a:lvl1pPr>
              <a:defRPr lang="de-DE" sz="4000" b="1" kern="0" cap="all" spc="0" baseline="0"/>
            </a:lvl1pPr>
          </a:lstStyle>
          <a:p>
            <a:pPr rtl="0"/>
            <a:r>
              <a:rPr lang="de-DE"/>
              <a:t>Titel durch Klicken hinzufügen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266FD4D-815A-431C-ADEF-DE6F236F6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4632" y="722376"/>
            <a:ext cx="520991" cy="517379"/>
          </a:xfrm>
        </p:spPr>
        <p:txBody>
          <a:bodyPr rtlCol="0" anchor="t" anchorCtr="0"/>
          <a:lstStyle>
            <a:lvl1pPr>
              <a:defRPr lang="de-DE">
                <a:solidFill>
                  <a:schemeClr val="accent2"/>
                </a:solidFill>
              </a:defRPr>
            </a:lvl1pPr>
          </a:lstStyle>
          <a:p>
            <a:pPr rtl="0"/>
            <a:fld id="{D8DA9DAA-006C-4F4B-980E-E3DF019B24E2}" type="slidenum">
              <a:rPr lang="de-DE" smtClean="0"/>
              <a:pPr rtl="0"/>
              <a:t>‹#›</a:t>
            </a:fld>
            <a:endParaRPr lang="de-DE"/>
          </a:p>
        </p:txBody>
      </p:sp>
      <p:sp>
        <p:nvSpPr>
          <p:cNvPr id="15" name="Bildplatzhalter 14">
            <a:extLst>
              <a:ext uri="{FF2B5EF4-FFF2-40B4-BE49-F238E27FC236}">
                <a16:creationId xmlns:a16="http://schemas.microsoft.com/office/drawing/2014/main" id="{E62FC6D8-DD87-4B93-8491-43C84EE63FE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317615" y="895646"/>
            <a:ext cx="1956925" cy="1956928"/>
          </a:xfrm>
          <a:custGeom>
            <a:avLst/>
            <a:gdLst>
              <a:gd name="connsiteX0" fmla="*/ 2133823 w 4266960"/>
              <a:gd name="connsiteY0" fmla="*/ 0 h 4266968"/>
              <a:gd name="connsiteX1" fmla="*/ 4256628 w 4266960"/>
              <a:gd name="connsiteY1" fmla="*/ 1915652 h 4266968"/>
              <a:gd name="connsiteX2" fmla="*/ 4266960 w 4266960"/>
              <a:gd name="connsiteY2" fmla="*/ 2120258 h 4266968"/>
              <a:gd name="connsiteX3" fmla="*/ 4266960 w 4266960"/>
              <a:gd name="connsiteY3" fmla="*/ 2147389 h 4266968"/>
              <a:gd name="connsiteX4" fmla="*/ 4256628 w 4266960"/>
              <a:gd name="connsiteY4" fmla="*/ 2351994 h 4266968"/>
              <a:gd name="connsiteX5" fmla="*/ 2351994 w 4266960"/>
              <a:gd name="connsiteY5" fmla="*/ 4256629 h 4266968"/>
              <a:gd name="connsiteX6" fmla="*/ 2147230 w 4266960"/>
              <a:gd name="connsiteY6" fmla="*/ 4266968 h 4266968"/>
              <a:gd name="connsiteX7" fmla="*/ 2120416 w 4266960"/>
              <a:gd name="connsiteY7" fmla="*/ 4266968 h 4266968"/>
              <a:gd name="connsiteX8" fmla="*/ 1915652 w 4266960"/>
              <a:gd name="connsiteY8" fmla="*/ 4256629 h 4266968"/>
              <a:gd name="connsiteX9" fmla="*/ 0 w 4266960"/>
              <a:gd name="connsiteY9" fmla="*/ 2133823 h 4266968"/>
              <a:gd name="connsiteX10" fmla="*/ 2133823 w 4266960"/>
              <a:gd name="connsiteY10" fmla="*/ 0 h 4266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266960" h="4266968">
                <a:moveTo>
                  <a:pt x="2133823" y="0"/>
                </a:moveTo>
                <a:cubicBezTo>
                  <a:pt x="3238644" y="0"/>
                  <a:pt x="4147355" y="839660"/>
                  <a:pt x="4256628" y="1915652"/>
                </a:cubicBezTo>
                <a:lnTo>
                  <a:pt x="4266960" y="2120258"/>
                </a:lnTo>
                <a:lnTo>
                  <a:pt x="4266960" y="2147389"/>
                </a:lnTo>
                <a:lnTo>
                  <a:pt x="4256628" y="2351994"/>
                </a:lnTo>
                <a:cubicBezTo>
                  <a:pt x="4154640" y="3356254"/>
                  <a:pt x="3356253" y="4154640"/>
                  <a:pt x="2351994" y="4256629"/>
                </a:cubicBezTo>
                <a:lnTo>
                  <a:pt x="2147230" y="4266968"/>
                </a:lnTo>
                <a:lnTo>
                  <a:pt x="2120416" y="4266968"/>
                </a:lnTo>
                <a:lnTo>
                  <a:pt x="1915652" y="4256629"/>
                </a:lnTo>
                <a:cubicBezTo>
                  <a:pt x="839660" y="4147356"/>
                  <a:pt x="0" y="3238645"/>
                  <a:pt x="0" y="2133823"/>
                </a:cubicBezTo>
                <a:cubicBezTo>
                  <a:pt x="0" y="955346"/>
                  <a:pt x="955346" y="0"/>
                  <a:pt x="2133823" y="0"/>
                </a:cubicBezTo>
                <a:close/>
              </a:path>
            </a:pathLst>
          </a:custGeom>
        </p:spPr>
        <p:txBody>
          <a:bodyPr wrap="square" tIns="91440" rtlCol="0" anchor="t" anchorCtr="0">
            <a:noAutofit/>
          </a:bodyPr>
          <a:lstStyle>
            <a:lvl1pPr algn="ctr">
              <a:buNone/>
              <a:defRPr lang="de-DE" sz="1800"/>
            </a:lvl1pPr>
          </a:lstStyle>
          <a:p>
            <a:pPr rtl="0"/>
            <a:r>
              <a:rPr lang="de-DE"/>
              <a:t>Klicken, um Bild hinzuzufügen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28CABF8-19D8-4F3C-994F-4D35EC7A2C3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114800" y="2194560"/>
            <a:ext cx="7498080" cy="4023360"/>
          </a:xfrm>
        </p:spPr>
        <p:txBody>
          <a:bodyPr lIns="0" tIns="0" rIns="0" bIns="0" rtlCol="0">
            <a:noAutofit/>
          </a:bodyPr>
          <a:lstStyle>
            <a:lvl1pPr marL="0" indent="0">
              <a:lnSpc>
                <a:spcPct val="110000"/>
              </a:lnSpc>
              <a:buNone/>
              <a:defRPr lang="de-DE" sz="1800"/>
            </a:lvl1pPr>
            <a:lvl2pPr marL="228600">
              <a:defRPr lang="de-DE" sz="1600"/>
            </a:lvl2pPr>
            <a:lvl3pPr marL="457200">
              <a:defRPr lang="de-DE" sz="1400"/>
            </a:lvl3pPr>
            <a:lvl4pPr marL="685800">
              <a:defRPr lang="de-DE" sz="1200"/>
            </a:lvl4pPr>
            <a:lvl5pPr>
              <a:defRPr lang="de-DE" sz="1400"/>
            </a:lvl5pPr>
          </a:lstStyle>
          <a:p>
            <a:pPr lvl="0" rtl="0"/>
            <a:r>
              <a:rPr lang="de-DE"/>
              <a:t>Klicken Sie, um Text hinzuzufügen.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</p:txBody>
      </p:sp>
      <p:grpSp>
        <p:nvGrpSpPr>
          <p:cNvPr id="7" name="Gruppieren 6">
            <a:extLst>
              <a:ext uri="{FF2B5EF4-FFF2-40B4-BE49-F238E27FC236}">
                <a16:creationId xmlns:a16="http://schemas.microsoft.com/office/drawing/2014/main" id="{758B5E78-A531-681D-1312-F21B52D066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2970685" y="620661"/>
            <a:ext cx="403448" cy="381782"/>
            <a:chOff x="10969280" y="1780012"/>
            <a:chExt cx="403448" cy="381782"/>
          </a:xfrm>
        </p:grpSpPr>
        <p:sp>
          <p:nvSpPr>
            <p:cNvPr id="17" name="Grafik 10">
              <a:extLst>
                <a:ext uri="{FF2B5EF4-FFF2-40B4-BE49-F238E27FC236}">
                  <a16:creationId xmlns:a16="http://schemas.microsoft.com/office/drawing/2014/main" id="{AAD06B87-D9B2-4F94-B734-A8F039A203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1281590" y="2070656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accent2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/>
            </a:p>
          </p:txBody>
        </p:sp>
        <p:sp>
          <p:nvSpPr>
            <p:cNvPr id="19" name="Grafik 11">
              <a:extLst>
                <a:ext uri="{FF2B5EF4-FFF2-40B4-BE49-F238E27FC236}">
                  <a16:creationId xmlns:a16="http://schemas.microsoft.com/office/drawing/2014/main" id="{BB13A13C-36EA-4B13-9175-C5FE95B34D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0969280" y="1780012"/>
              <a:ext cx="139039" cy="139039"/>
            </a:xfrm>
            <a:custGeom>
              <a:avLst/>
              <a:gdLst>
                <a:gd name="connsiteX0" fmla="*/ 129602 w 139039"/>
                <a:gd name="connsiteY0" fmla="*/ 60082 h 139039"/>
                <a:gd name="connsiteX1" fmla="*/ 78957 w 139039"/>
                <a:gd name="connsiteY1" fmla="*/ 60082 h 139039"/>
                <a:gd name="connsiteX2" fmla="*/ 78957 w 139039"/>
                <a:gd name="connsiteY2" fmla="*/ 9437 h 139039"/>
                <a:gd name="connsiteX3" fmla="*/ 69520 w 139039"/>
                <a:gd name="connsiteY3" fmla="*/ 0 h 139039"/>
                <a:gd name="connsiteX4" fmla="*/ 60082 w 139039"/>
                <a:gd name="connsiteY4" fmla="*/ 9437 h 139039"/>
                <a:gd name="connsiteX5" fmla="*/ 60082 w 139039"/>
                <a:gd name="connsiteY5" fmla="*/ 60082 h 139039"/>
                <a:gd name="connsiteX6" fmla="*/ 9437 w 139039"/>
                <a:gd name="connsiteY6" fmla="*/ 60082 h 139039"/>
                <a:gd name="connsiteX7" fmla="*/ 0 w 139039"/>
                <a:gd name="connsiteY7" fmla="*/ 69520 h 139039"/>
                <a:gd name="connsiteX8" fmla="*/ 9437 w 139039"/>
                <a:gd name="connsiteY8" fmla="*/ 78957 h 139039"/>
                <a:gd name="connsiteX9" fmla="*/ 60082 w 139039"/>
                <a:gd name="connsiteY9" fmla="*/ 78957 h 139039"/>
                <a:gd name="connsiteX10" fmla="*/ 60082 w 139039"/>
                <a:gd name="connsiteY10" fmla="*/ 129602 h 139039"/>
                <a:gd name="connsiteX11" fmla="*/ 69520 w 139039"/>
                <a:gd name="connsiteY11" fmla="*/ 139039 h 139039"/>
                <a:gd name="connsiteX12" fmla="*/ 78957 w 139039"/>
                <a:gd name="connsiteY12" fmla="*/ 129602 h 139039"/>
                <a:gd name="connsiteX13" fmla="*/ 78957 w 139039"/>
                <a:gd name="connsiteY13" fmla="*/ 78957 h 139039"/>
                <a:gd name="connsiteX14" fmla="*/ 129602 w 139039"/>
                <a:gd name="connsiteY14" fmla="*/ 78957 h 139039"/>
                <a:gd name="connsiteX15" fmla="*/ 139039 w 139039"/>
                <a:gd name="connsiteY15" fmla="*/ 69520 h 139039"/>
                <a:gd name="connsiteX16" fmla="*/ 129602 w 139039"/>
                <a:gd name="connsiteY16" fmla="*/ 60082 h 1390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9" h="139039">
                  <a:moveTo>
                    <a:pt x="129602" y="60082"/>
                  </a:moveTo>
                  <a:lnTo>
                    <a:pt x="78957" y="60082"/>
                  </a:lnTo>
                  <a:lnTo>
                    <a:pt x="78957" y="9437"/>
                  </a:lnTo>
                  <a:cubicBezTo>
                    <a:pt x="78957" y="4225"/>
                    <a:pt x="74731" y="0"/>
                    <a:pt x="69520" y="0"/>
                  </a:cubicBezTo>
                  <a:cubicBezTo>
                    <a:pt x="64308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8"/>
                    <a:pt x="0" y="69520"/>
                  </a:cubicBezTo>
                  <a:cubicBezTo>
                    <a:pt x="0" y="74731"/>
                    <a:pt x="4225" y="78957"/>
                    <a:pt x="9437" y="78957"/>
                  </a:cubicBezTo>
                  <a:lnTo>
                    <a:pt x="60082" y="78957"/>
                  </a:lnTo>
                  <a:lnTo>
                    <a:pt x="60082" y="129602"/>
                  </a:lnTo>
                  <a:cubicBezTo>
                    <a:pt x="60082" y="134814"/>
                    <a:pt x="64308" y="139039"/>
                    <a:pt x="69520" y="139039"/>
                  </a:cubicBezTo>
                  <a:cubicBezTo>
                    <a:pt x="74731" y="139039"/>
                    <a:pt x="78957" y="134814"/>
                    <a:pt x="78957" y="129602"/>
                  </a:cubicBezTo>
                  <a:lnTo>
                    <a:pt x="78957" y="78957"/>
                  </a:lnTo>
                  <a:lnTo>
                    <a:pt x="129602" y="78957"/>
                  </a:lnTo>
                  <a:cubicBezTo>
                    <a:pt x="134814" y="78957"/>
                    <a:pt x="139039" y="74731"/>
                    <a:pt x="139039" y="69520"/>
                  </a:cubicBezTo>
                  <a:cubicBezTo>
                    <a:pt x="139039" y="64308"/>
                    <a:pt x="134814" y="60082"/>
                    <a:pt x="129602" y="60082"/>
                  </a:cubicBezTo>
                  <a:close/>
                </a:path>
              </a:pathLst>
            </a:custGeom>
            <a:solidFill>
              <a:schemeClr val="accent2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/>
            </a:p>
          </p:txBody>
        </p:sp>
      </p:grpSp>
      <p:sp>
        <p:nvSpPr>
          <p:cNvPr id="4" name="Fußzeilenplatzhalter 8">
            <a:extLst>
              <a:ext uri="{FF2B5EF4-FFF2-40B4-BE49-F238E27FC236}">
                <a16:creationId xmlns:a16="http://schemas.microsoft.com/office/drawing/2014/main" id="{5189CAD3-7011-6481-11F8-05B5CB106F01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1280160" y="6356350"/>
            <a:ext cx="4114800" cy="365125"/>
          </a:xfrm>
        </p:spPr>
        <p:txBody>
          <a:bodyPr lIns="0" rIns="91440" rtlCol="0"/>
          <a:lstStyle>
            <a:lvl1pPr algn="l">
              <a:defRPr lang="de-DE"/>
            </a:lvl1pPr>
          </a:lstStyle>
          <a:p>
            <a:pPr rtl="0"/>
            <a:endParaRPr lang="de-DE"/>
          </a:p>
        </p:txBody>
      </p:sp>
      <p:cxnSp>
        <p:nvCxnSpPr>
          <p:cNvPr id="10" name="Gerader Verbinder 9">
            <a:extLst>
              <a:ext uri="{FF2B5EF4-FFF2-40B4-BE49-F238E27FC236}">
                <a16:creationId xmlns:a16="http://schemas.microsoft.com/office/drawing/2014/main" id="{CB7CB27F-7A56-A747-A4D6-5627C24638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40664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971113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 + Untertitelfolie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180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6640AAD-80AF-40E7-BE3F-43D32FC68ED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280159" y="3383280"/>
            <a:ext cx="10302240" cy="1852046"/>
          </a:xfrm>
        </p:spPr>
        <p:txBody>
          <a:bodyPr lIns="0" tIns="274320" rIns="0" bIns="0" rtlCol="0" anchor="t" anchorCtr="0"/>
          <a:lstStyle>
            <a:lvl1pPr algn="l">
              <a:lnSpc>
                <a:spcPts val="5400"/>
              </a:lnSpc>
              <a:defRPr lang="de-DE" sz="5400" b="1" i="0" kern="0" cap="all" spc="0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de-DE"/>
              <a:t>Titel durch Klicken hinzufügen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EC80FBD9-0977-4B2B-9318-30774BB0947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280158" y="2966886"/>
            <a:ext cx="10302237" cy="397191"/>
          </a:xfrm>
        </p:spPr>
        <p:txBody>
          <a:bodyPr lIns="0" tIns="0" rIns="0" bIns="0" rtlCol="0" anchor="b" anchorCtr="0">
            <a:normAutofit/>
          </a:bodyPr>
          <a:lstStyle>
            <a:lvl1pPr marL="0" indent="0" algn="l">
              <a:buNone/>
              <a:defRPr lang="de-DE" sz="2400">
                <a:solidFill>
                  <a:schemeClr val="bg1"/>
                </a:solidFill>
              </a:defRPr>
            </a:lvl1pPr>
            <a:lvl2pPr marL="457200" indent="0" algn="ctr">
              <a:buNone/>
              <a:defRPr lang="de-DE" sz="2000"/>
            </a:lvl2pPr>
            <a:lvl3pPr marL="914400" indent="0" algn="ctr">
              <a:buNone/>
              <a:defRPr lang="de-DE" sz="1800"/>
            </a:lvl3pPr>
            <a:lvl4pPr marL="1371600" indent="0" algn="ctr">
              <a:buNone/>
              <a:defRPr lang="de-DE" sz="1600"/>
            </a:lvl4pPr>
            <a:lvl5pPr marL="1828800" indent="0" algn="ctr">
              <a:buNone/>
              <a:defRPr lang="de-DE" sz="1600"/>
            </a:lvl5pPr>
            <a:lvl6pPr marL="2286000" indent="0" algn="ctr">
              <a:buNone/>
              <a:defRPr lang="de-DE" sz="1600"/>
            </a:lvl6pPr>
            <a:lvl7pPr marL="2743200" indent="0" algn="ctr">
              <a:buNone/>
              <a:defRPr lang="de-DE" sz="1600"/>
            </a:lvl7pPr>
            <a:lvl8pPr marL="3200400" indent="0" algn="ctr">
              <a:buNone/>
              <a:defRPr lang="de-DE" sz="1600"/>
            </a:lvl8pPr>
            <a:lvl9pPr marL="3657600" indent="0" algn="ctr">
              <a:buNone/>
              <a:defRPr lang="de-DE" sz="1600"/>
            </a:lvl9pPr>
          </a:lstStyle>
          <a:p>
            <a:pPr lvl="0" rtl="0"/>
            <a:r>
              <a:rPr lang="de-DE"/>
              <a:t>Klicken Sie, um Text hinzuzufügen.</a:t>
            </a:r>
          </a:p>
        </p:txBody>
      </p:sp>
      <p:grpSp>
        <p:nvGrpSpPr>
          <p:cNvPr id="4" name="Gruppieren 3">
            <a:extLst>
              <a:ext uri="{FF2B5EF4-FFF2-40B4-BE49-F238E27FC236}">
                <a16:creationId xmlns:a16="http://schemas.microsoft.com/office/drawing/2014/main" id="{22749162-63A5-5BF9-895E-B0577A6C47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0897692" y="620298"/>
            <a:ext cx="465456" cy="581432"/>
            <a:chOff x="7843462" y="2744546"/>
            <a:chExt cx="465456" cy="581432"/>
          </a:xfrm>
        </p:grpSpPr>
        <p:sp>
          <p:nvSpPr>
            <p:cNvPr id="19" name="Grafik 12">
              <a:extLst>
                <a:ext uri="{FF2B5EF4-FFF2-40B4-BE49-F238E27FC236}">
                  <a16:creationId xmlns:a16="http://schemas.microsoft.com/office/drawing/2014/main" id="{818B4386-1FCF-4ACE-BE25-AF9CC5E2256F}"/>
                </a:ext>
              </a:extLst>
            </p:cNvPr>
            <p:cNvSpPr/>
            <p:nvPr userDrawn="1"/>
          </p:nvSpPr>
          <p:spPr>
            <a:xfrm>
              <a:off x="8217780" y="2973840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bg1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/>
            </a:p>
          </p:txBody>
        </p:sp>
        <p:sp>
          <p:nvSpPr>
            <p:cNvPr id="21" name="Grafik 13">
              <a:extLst>
                <a:ext uri="{FF2B5EF4-FFF2-40B4-BE49-F238E27FC236}">
                  <a16:creationId xmlns:a16="http://schemas.microsoft.com/office/drawing/2014/main" id="{19319560-50ED-4963-A2CF-74663239D426}"/>
                </a:ext>
              </a:extLst>
            </p:cNvPr>
            <p:cNvSpPr/>
            <p:nvPr userDrawn="1"/>
          </p:nvSpPr>
          <p:spPr>
            <a:xfrm>
              <a:off x="7859002" y="2744546"/>
              <a:ext cx="139038" cy="139038"/>
            </a:xfrm>
            <a:custGeom>
              <a:avLst/>
              <a:gdLst>
                <a:gd name="connsiteX0" fmla="*/ 129601 w 139038"/>
                <a:gd name="connsiteY0" fmla="*/ 60082 h 139038"/>
                <a:gd name="connsiteX1" fmla="*/ 78956 w 139038"/>
                <a:gd name="connsiteY1" fmla="*/ 60082 h 139038"/>
                <a:gd name="connsiteX2" fmla="*/ 78956 w 139038"/>
                <a:gd name="connsiteY2" fmla="*/ 9437 h 139038"/>
                <a:gd name="connsiteX3" fmla="*/ 69519 w 139038"/>
                <a:gd name="connsiteY3" fmla="*/ 0 h 139038"/>
                <a:gd name="connsiteX4" fmla="*/ 60082 w 139038"/>
                <a:gd name="connsiteY4" fmla="*/ 9437 h 139038"/>
                <a:gd name="connsiteX5" fmla="*/ 60082 w 139038"/>
                <a:gd name="connsiteY5" fmla="*/ 60082 h 139038"/>
                <a:gd name="connsiteX6" fmla="*/ 9437 w 139038"/>
                <a:gd name="connsiteY6" fmla="*/ 60082 h 139038"/>
                <a:gd name="connsiteX7" fmla="*/ 0 w 139038"/>
                <a:gd name="connsiteY7" fmla="*/ 69519 h 139038"/>
                <a:gd name="connsiteX8" fmla="*/ 9437 w 139038"/>
                <a:gd name="connsiteY8" fmla="*/ 78956 h 139038"/>
                <a:gd name="connsiteX9" fmla="*/ 60082 w 139038"/>
                <a:gd name="connsiteY9" fmla="*/ 78956 h 139038"/>
                <a:gd name="connsiteX10" fmla="*/ 60082 w 139038"/>
                <a:gd name="connsiteY10" fmla="*/ 129601 h 139038"/>
                <a:gd name="connsiteX11" fmla="*/ 69519 w 139038"/>
                <a:gd name="connsiteY11" fmla="*/ 139038 h 139038"/>
                <a:gd name="connsiteX12" fmla="*/ 78956 w 139038"/>
                <a:gd name="connsiteY12" fmla="*/ 129601 h 139038"/>
                <a:gd name="connsiteX13" fmla="*/ 78956 w 139038"/>
                <a:gd name="connsiteY13" fmla="*/ 78956 h 139038"/>
                <a:gd name="connsiteX14" fmla="*/ 129601 w 139038"/>
                <a:gd name="connsiteY14" fmla="*/ 78956 h 139038"/>
                <a:gd name="connsiteX15" fmla="*/ 139038 w 139038"/>
                <a:gd name="connsiteY15" fmla="*/ 69519 h 139038"/>
                <a:gd name="connsiteX16" fmla="*/ 129601 w 139038"/>
                <a:gd name="connsiteY16" fmla="*/ 60082 h 1390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8" h="139038">
                  <a:moveTo>
                    <a:pt x="129601" y="60082"/>
                  </a:moveTo>
                  <a:lnTo>
                    <a:pt x="78956" y="60082"/>
                  </a:lnTo>
                  <a:lnTo>
                    <a:pt x="78956" y="9437"/>
                  </a:lnTo>
                  <a:cubicBezTo>
                    <a:pt x="78956" y="4225"/>
                    <a:pt x="74731" y="0"/>
                    <a:pt x="69519" y="0"/>
                  </a:cubicBezTo>
                  <a:cubicBezTo>
                    <a:pt x="64307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7"/>
                    <a:pt x="0" y="69519"/>
                  </a:cubicBezTo>
                  <a:cubicBezTo>
                    <a:pt x="0" y="74731"/>
                    <a:pt x="4225" y="78956"/>
                    <a:pt x="9437" y="78956"/>
                  </a:cubicBezTo>
                  <a:lnTo>
                    <a:pt x="60082" y="78956"/>
                  </a:lnTo>
                  <a:lnTo>
                    <a:pt x="60082" y="129601"/>
                  </a:lnTo>
                  <a:cubicBezTo>
                    <a:pt x="60082" y="134813"/>
                    <a:pt x="64307" y="139038"/>
                    <a:pt x="69519" y="139038"/>
                  </a:cubicBezTo>
                  <a:cubicBezTo>
                    <a:pt x="74731" y="139038"/>
                    <a:pt x="78956" y="134813"/>
                    <a:pt x="78956" y="129601"/>
                  </a:cubicBezTo>
                  <a:lnTo>
                    <a:pt x="78956" y="78956"/>
                  </a:lnTo>
                  <a:lnTo>
                    <a:pt x="129601" y="78956"/>
                  </a:lnTo>
                  <a:cubicBezTo>
                    <a:pt x="134813" y="78956"/>
                    <a:pt x="139038" y="74731"/>
                    <a:pt x="139038" y="69519"/>
                  </a:cubicBezTo>
                  <a:cubicBezTo>
                    <a:pt x="139038" y="64307"/>
                    <a:pt x="134813" y="60082"/>
                    <a:pt x="129601" y="60082"/>
                  </a:cubicBezTo>
                  <a:close/>
                </a:path>
              </a:pathLst>
            </a:custGeom>
            <a:solidFill>
              <a:schemeClr val="bg1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/>
            </a:p>
          </p:txBody>
        </p:sp>
        <p:sp>
          <p:nvSpPr>
            <p:cNvPr id="23" name="Grafik 15">
              <a:extLst>
                <a:ext uri="{FF2B5EF4-FFF2-40B4-BE49-F238E27FC236}">
                  <a16:creationId xmlns:a16="http://schemas.microsoft.com/office/drawing/2014/main" id="{E5ABBDAD-943D-48F3-9C80-B29C48966C79}"/>
                </a:ext>
              </a:extLst>
            </p:cNvPr>
            <p:cNvSpPr/>
            <p:nvPr userDrawn="1"/>
          </p:nvSpPr>
          <p:spPr>
            <a:xfrm>
              <a:off x="7843462" y="3198265"/>
              <a:ext cx="127713" cy="127713"/>
            </a:xfrm>
            <a:custGeom>
              <a:avLst/>
              <a:gdLst>
                <a:gd name="connsiteX0" fmla="*/ 63857 w 127713"/>
                <a:gd name="connsiteY0" fmla="*/ 18874 h 127713"/>
                <a:gd name="connsiteX1" fmla="*/ 108839 w 127713"/>
                <a:gd name="connsiteY1" fmla="*/ 63857 h 127713"/>
                <a:gd name="connsiteX2" fmla="*/ 63857 w 127713"/>
                <a:gd name="connsiteY2" fmla="*/ 108839 h 127713"/>
                <a:gd name="connsiteX3" fmla="*/ 18874 w 127713"/>
                <a:gd name="connsiteY3" fmla="*/ 63857 h 127713"/>
                <a:gd name="connsiteX4" fmla="*/ 63857 w 127713"/>
                <a:gd name="connsiteY4" fmla="*/ 18874 h 127713"/>
                <a:gd name="connsiteX5" fmla="*/ 63857 w 127713"/>
                <a:gd name="connsiteY5" fmla="*/ 0 h 127713"/>
                <a:gd name="connsiteX6" fmla="*/ 0 w 127713"/>
                <a:gd name="connsiteY6" fmla="*/ 63857 h 127713"/>
                <a:gd name="connsiteX7" fmla="*/ 63857 w 127713"/>
                <a:gd name="connsiteY7" fmla="*/ 127713 h 127713"/>
                <a:gd name="connsiteX8" fmla="*/ 127713 w 127713"/>
                <a:gd name="connsiteY8" fmla="*/ 63857 h 127713"/>
                <a:gd name="connsiteX9" fmla="*/ 63857 w 127713"/>
                <a:gd name="connsiteY9" fmla="*/ 0 h 127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3" h="127713">
                  <a:moveTo>
                    <a:pt x="63857" y="18874"/>
                  </a:moveTo>
                  <a:cubicBezTo>
                    <a:pt x="88700" y="18874"/>
                    <a:pt x="108839" y="39013"/>
                    <a:pt x="108839" y="63857"/>
                  </a:cubicBezTo>
                  <a:cubicBezTo>
                    <a:pt x="108839" y="88700"/>
                    <a:pt x="88700" y="108839"/>
                    <a:pt x="63857" y="108839"/>
                  </a:cubicBezTo>
                  <a:cubicBezTo>
                    <a:pt x="39013" y="108839"/>
                    <a:pt x="18874" y="88700"/>
                    <a:pt x="18874" y="63857"/>
                  </a:cubicBezTo>
                  <a:cubicBezTo>
                    <a:pt x="18898" y="39023"/>
                    <a:pt x="39023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3"/>
                    <a:pt x="63857" y="127713"/>
                  </a:cubicBezTo>
                  <a:cubicBezTo>
                    <a:pt x="99124" y="127713"/>
                    <a:pt x="127713" y="99124"/>
                    <a:pt x="127713" y="63857"/>
                  </a:cubicBezTo>
                  <a:cubicBezTo>
                    <a:pt x="127713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bg1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/>
            </a:p>
          </p:txBody>
        </p:sp>
      </p:grpSp>
      <p:cxnSp>
        <p:nvCxnSpPr>
          <p:cNvPr id="5" name="Gerader Verbinder 4">
            <a:extLst>
              <a:ext uri="{FF2B5EF4-FFF2-40B4-BE49-F238E27FC236}">
                <a16:creationId xmlns:a16="http://schemas.microsoft.com/office/drawing/2014/main" id="{57912362-D30D-7B0B-BA94-0993B1EBC4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280160" y="0"/>
            <a:ext cx="0" cy="2775857"/>
          </a:xfrm>
          <a:prstGeom prst="line">
            <a:avLst/>
          </a:prstGeom>
          <a:ln w="25400" cap="sq">
            <a:solidFill>
              <a:schemeClr val="bg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776449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5F057AE-3B3B-4261-B912-BF9EB9A58C3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80160" y="685800"/>
            <a:ext cx="9137012" cy="1280160"/>
          </a:xfrm>
        </p:spPr>
        <p:txBody>
          <a:bodyPr lIns="0" tIns="0" rIns="0" bIns="0" rtlCol="0"/>
          <a:lstStyle>
            <a:lvl1pPr>
              <a:defRPr lang="de-DE" sz="4000" b="1" kern="0" cap="all" spc="0" baseline="0"/>
            </a:lvl1pPr>
          </a:lstStyle>
          <a:p>
            <a:pPr rtl="0"/>
            <a:r>
              <a:rPr lang="de-DE"/>
              <a:t>Titel durch Klicken hinzufügen</a:t>
            </a:r>
          </a:p>
        </p:txBody>
      </p:sp>
      <p:sp>
        <p:nvSpPr>
          <p:cNvPr id="15" name="Foliennummernplatzhalter 14">
            <a:extLst>
              <a:ext uri="{FF2B5EF4-FFF2-40B4-BE49-F238E27FC236}">
                <a16:creationId xmlns:a16="http://schemas.microsoft.com/office/drawing/2014/main" id="{0F91A5DB-A2CA-1D70-9A06-3869A288C9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fld id="{D8DA9DAA-006C-4F4B-980E-E3DF019B24E2}" type="slidenum">
              <a:rPr lang="de-DE" smtClean="0"/>
              <a:pPr rtl="0"/>
              <a:t>‹#›</a:t>
            </a:fld>
            <a:endParaRPr lang="de-DE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8DE39CA1-2B6D-427E-9688-9093D5865CB7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280160" y="2327440"/>
            <a:ext cx="4846320" cy="4040574"/>
          </a:xfrm>
        </p:spPr>
        <p:txBody>
          <a:bodyPr lIns="0" tIns="0" rIns="0" bIns="0" rtlCol="0">
            <a:normAutofit/>
          </a:bodyPr>
          <a:lstStyle>
            <a:lvl1pPr marL="0" indent="0">
              <a:spcAft>
                <a:spcPts val="0"/>
              </a:spcAft>
              <a:buNone/>
              <a:defRPr lang="de-DE" sz="1800"/>
            </a:lvl1pPr>
            <a:lvl2pPr marL="228600">
              <a:spcBef>
                <a:spcPts val="1200"/>
              </a:spcBef>
              <a:defRPr lang="de-DE" sz="1800"/>
            </a:lvl2pPr>
            <a:lvl3pPr marL="685800">
              <a:spcBef>
                <a:spcPts val="1200"/>
              </a:spcBef>
              <a:defRPr lang="de-DE" sz="1800"/>
            </a:lvl3pPr>
            <a:lvl4pPr marL="1143000">
              <a:spcBef>
                <a:spcPts val="1200"/>
              </a:spcBef>
              <a:defRPr lang="de-DE" sz="1800"/>
            </a:lvl4pPr>
            <a:lvl5pPr marL="1600200">
              <a:spcBef>
                <a:spcPts val="1200"/>
              </a:spcBef>
              <a:defRPr lang="de-DE" sz="1800"/>
            </a:lvl5pPr>
          </a:lstStyle>
          <a:p>
            <a:pPr lvl="0" rtl="0"/>
            <a:r>
              <a:rPr lang="de-DE"/>
              <a:t>Klicken Sie, um Text hinzuzufügen.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BD7EA593-3036-4FB5-94B4-D9431DF04871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6723402" y="2327441"/>
            <a:ext cx="4846320" cy="4040574"/>
          </a:xfrm>
        </p:spPr>
        <p:txBody>
          <a:bodyPr lIns="0" tIns="0" rIns="0" bIns="0" rtlCol="0">
            <a:normAutofit/>
          </a:bodyPr>
          <a:lstStyle>
            <a:lvl1pPr marL="0" indent="0">
              <a:spcAft>
                <a:spcPts val="0"/>
              </a:spcAft>
              <a:buNone/>
              <a:defRPr lang="de-DE" sz="1800"/>
            </a:lvl1pPr>
            <a:lvl2pPr marL="228600">
              <a:spcBef>
                <a:spcPts val="1200"/>
              </a:spcBef>
              <a:defRPr lang="de-DE" sz="1800"/>
            </a:lvl2pPr>
            <a:lvl3pPr marL="685800">
              <a:spcBef>
                <a:spcPts val="1200"/>
              </a:spcBef>
              <a:defRPr lang="de-DE" sz="1800"/>
            </a:lvl3pPr>
            <a:lvl4pPr marL="1143000">
              <a:spcBef>
                <a:spcPts val="1200"/>
              </a:spcBef>
              <a:defRPr lang="de-DE" sz="1800"/>
            </a:lvl4pPr>
            <a:lvl5pPr marL="1600200">
              <a:spcBef>
                <a:spcPts val="1200"/>
              </a:spcBef>
              <a:defRPr lang="de-DE" sz="1800"/>
            </a:lvl5pPr>
          </a:lstStyle>
          <a:p>
            <a:pPr lvl="0" rtl="0"/>
            <a:r>
              <a:rPr lang="de-DE"/>
              <a:t>Klicken Sie, um Text hinzuzufügen.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</a:p>
        </p:txBody>
      </p:sp>
      <p:cxnSp>
        <p:nvCxnSpPr>
          <p:cNvPr id="10" name="Gerader Verbinder 9">
            <a:extLst>
              <a:ext uri="{FF2B5EF4-FFF2-40B4-BE49-F238E27FC236}">
                <a16:creationId xmlns:a16="http://schemas.microsoft.com/office/drawing/2014/main" id="{160F34ED-DA60-4CC2-B735-B0EC5D9FEA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40664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Grafik 15">
            <a:extLst>
              <a:ext uri="{FF2B5EF4-FFF2-40B4-BE49-F238E27FC236}">
                <a16:creationId xmlns:a16="http://schemas.microsoft.com/office/drawing/2014/main" id="{A9475260-301F-4744-B1DA-7B00F6FB43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508317" y="492206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accent2"/>
          </a:solidFill>
          <a:ln w="603" cap="flat">
            <a:noFill/>
            <a:prstDash val="solid"/>
            <a:miter/>
          </a:ln>
        </p:spPr>
        <p:txBody>
          <a:bodyPr rtlCol="0" anchor="ctr"/>
          <a:lstStyle>
            <a:defPPr>
              <a:defRPr lang="de-DE"/>
            </a:defPPr>
          </a:lstStyle>
          <a:p>
            <a:pPr rtl="0"/>
            <a:endParaRPr lang="de-DE"/>
          </a:p>
        </p:txBody>
      </p:sp>
      <p:sp>
        <p:nvSpPr>
          <p:cNvPr id="14" name="Grafik 16">
            <a:extLst>
              <a:ext uri="{FF2B5EF4-FFF2-40B4-BE49-F238E27FC236}">
                <a16:creationId xmlns:a16="http://schemas.microsoft.com/office/drawing/2014/main" id="{9BBD3F4B-0836-48C5-AC68-747456D1DD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477944" y="1055581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accent2"/>
          </a:solidFill>
          <a:ln w="610" cap="flat">
            <a:noFill/>
            <a:prstDash val="solid"/>
            <a:miter/>
          </a:ln>
        </p:spPr>
        <p:txBody>
          <a:bodyPr rtlCol="0" anchor="ctr"/>
          <a:lstStyle>
            <a:defPPr>
              <a:defRPr lang="de-DE"/>
            </a:defPPr>
          </a:lstStyle>
          <a:p>
            <a:pPr rtl="0"/>
            <a:endParaRPr lang="de-DE"/>
          </a:p>
        </p:txBody>
      </p:sp>
      <p:sp>
        <p:nvSpPr>
          <p:cNvPr id="16" name="Grafik 14">
            <a:extLst>
              <a:ext uri="{FF2B5EF4-FFF2-40B4-BE49-F238E27FC236}">
                <a16:creationId xmlns:a16="http://schemas.microsoft.com/office/drawing/2014/main" id="{9B4398D5-99F4-4F83-AA77-9B4177648C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41555" y="446637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accent2"/>
          </a:solidFill>
          <a:ln w="422" cap="flat">
            <a:noFill/>
            <a:prstDash val="solid"/>
            <a:miter/>
          </a:ln>
        </p:spPr>
        <p:txBody>
          <a:bodyPr rtlCol="0" anchor="ctr"/>
          <a:lstStyle>
            <a:defPPr>
              <a:defRPr lang="de-DE"/>
            </a:defPPr>
          </a:lstStyle>
          <a:p>
            <a:pPr rtl="0"/>
            <a:endParaRPr lang="de-DE"/>
          </a:p>
        </p:txBody>
      </p:sp>
      <p:sp>
        <p:nvSpPr>
          <p:cNvPr id="13" name="Fußzeilenplatzhalter 12">
            <a:extLst>
              <a:ext uri="{FF2B5EF4-FFF2-40B4-BE49-F238E27FC236}">
                <a16:creationId xmlns:a16="http://schemas.microsoft.com/office/drawing/2014/main" id="{6D6A69CF-70D6-AB12-CD8B-FD75B7EE14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80160" y="6356350"/>
            <a:ext cx="4114800" cy="365125"/>
          </a:xfrm>
        </p:spPr>
        <p:txBody>
          <a:bodyPr rtlCol="0"/>
          <a:lstStyle>
            <a:lvl1pPr algn="l">
              <a:defRPr lang="de-DE"/>
            </a:lvl1pPr>
          </a:lstStyle>
          <a:p>
            <a:pPr rtl="0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375955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gleich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7">
            <a:extLst>
              <a:ext uri="{FF2B5EF4-FFF2-40B4-BE49-F238E27FC236}">
                <a16:creationId xmlns:a16="http://schemas.microsoft.com/office/drawing/2014/main" id="{F9EFE408-BFE1-16DC-F7C6-47F55C171A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12992" y="0"/>
            <a:ext cx="5779008" cy="6858000"/>
          </a:xfrm>
          <a:prstGeom prst="rect">
            <a:avLst/>
          </a:prstGeom>
          <a:gradFill flip="none" rotWithShape="1">
            <a:gsLst>
              <a:gs pos="100000">
                <a:schemeClr val="accent4"/>
              </a:gs>
              <a:gs pos="0">
                <a:schemeClr val="accent2"/>
              </a:gs>
            </a:gsLst>
            <a:lin ang="4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de-DE"/>
            </a:defPPr>
          </a:lstStyle>
          <a:p>
            <a:pPr algn="ctr" rtl="0"/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B5F057AE-3B3B-4261-B912-BF9EB9A58C3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15572" y="685800"/>
            <a:ext cx="4754880" cy="5670550"/>
          </a:xfrm>
        </p:spPr>
        <p:txBody>
          <a:bodyPr lIns="0" tIns="0" rIns="0" bIns="0" rtlCol="0" anchor="ctr" anchorCtr="0"/>
          <a:lstStyle>
            <a:lvl1pPr algn="l">
              <a:defRPr lang="de-DE" sz="4000" b="1" kern="0" cap="all" spc="0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de-DE"/>
              <a:t>Titelmasterformat durch Klicken bearbeiten</a:t>
            </a:r>
          </a:p>
        </p:txBody>
      </p:sp>
      <p:sp>
        <p:nvSpPr>
          <p:cNvPr id="22" name="Foliennummernplatzhalter 21">
            <a:extLst>
              <a:ext uri="{FF2B5EF4-FFF2-40B4-BE49-F238E27FC236}">
                <a16:creationId xmlns:a16="http://schemas.microsoft.com/office/drawing/2014/main" id="{4C0ED5DD-6381-0FFD-7B45-D21179A390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fld id="{D8DA9DAA-006C-4F4B-980E-E3DF019B24E2}" type="slidenum">
              <a:rPr lang="de-DE" smtClean="0"/>
              <a:pPr rtl="0"/>
              <a:t>‹#›</a:t>
            </a:fld>
            <a:endParaRPr lang="de-DE"/>
          </a:p>
        </p:txBody>
      </p:sp>
      <p:sp>
        <p:nvSpPr>
          <p:cNvPr id="4" name="Inhaltsplatzhalter 5">
            <a:extLst>
              <a:ext uri="{FF2B5EF4-FFF2-40B4-BE49-F238E27FC236}">
                <a16:creationId xmlns:a16="http://schemas.microsoft.com/office/drawing/2014/main" id="{F042E432-AE48-385B-DEA1-32129394CE76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1279526" y="1533524"/>
            <a:ext cx="4663440" cy="1895475"/>
          </a:xfrm>
        </p:spPr>
        <p:txBody>
          <a:bodyPr lIns="0" tIns="0" rIns="0" bIns="0" rtlCol="0" anchor="t" anchorCtr="0">
            <a:noAutofit/>
          </a:bodyPr>
          <a:lstStyle>
            <a:lvl1pPr marL="342900" indent="-512064">
              <a:spcBef>
                <a:spcPts val="1000"/>
              </a:spcBef>
              <a:buFont typeface="+mj-lt"/>
              <a:buAutoNum type="arabicPeriod"/>
              <a:defRPr lang="de-DE" sz="1800"/>
            </a:lvl1pPr>
            <a:lvl2pPr marL="1028700" indent="-342900">
              <a:spcBef>
                <a:spcPts val="1200"/>
              </a:spcBef>
              <a:buFont typeface="+mj-lt"/>
              <a:buAutoNum type="alphaLcPeriod"/>
              <a:defRPr lang="de-DE" sz="1800"/>
            </a:lvl2pPr>
            <a:lvl3pPr marL="1257300" indent="-342900">
              <a:spcBef>
                <a:spcPts val="1200"/>
              </a:spcBef>
              <a:buFont typeface="+mj-lt"/>
              <a:buAutoNum type="arabicParenR"/>
              <a:defRPr lang="de-DE" sz="1800"/>
            </a:lvl3pPr>
            <a:lvl4pPr marL="1714500" indent="-342900">
              <a:spcBef>
                <a:spcPts val="1200"/>
              </a:spcBef>
              <a:buFont typeface="+mj-lt"/>
              <a:buAutoNum type="alphaLcParenR"/>
              <a:defRPr lang="de-DE" sz="1800"/>
            </a:lvl4pPr>
            <a:lvl5pPr marL="2228850" indent="-400050">
              <a:spcBef>
                <a:spcPts val="1200"/>
              </a:spcBef>
              <a:buFont typeface="+mj-lt"/>
              <a:buAutoNum type="romanLcPeriod"/>
              <a:defRPr lang="de-DE" sz="1800"/>
            </a:lvl5pPr>
          </a:lstStyle>
          <a:p>
            <a:pPr lvl="0" rtl="0"/>
            <a:r>
              <a:rPr lang="de-DE"/>
              <a:t>Klicken Sie, um Text hinzuzufügen.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</a:p>
        </p:txBody>
      </p:sp>
      <p:sp>
        <p:nvSpPr>
          <p:cNvPr id="7" name="Inhaltsplatzhalter 5">
            <a:extLst>
              <a:ext uri="{FF2B5EF4-FFF2-40B4-BE49-F238E27FC236}">
                <a16:creationId xmlns:a16="http://schemas.microsoft.com/office/drawing/2014/main" id="{DF111B2E-0535-57E2-FE92-620F9307A956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280160" y="3482974"/>
            <a:ext cx="4663440" cy="1190033"/>
          </a:xfrm>
        </p:spPr>
        <p:txBody>
          <a:bodyPr lIns="0" tIns="0" rIns="0" bIns="0" rtlCol="0" anchor="t" anchorCtr="0">
            <a:noAutofit/>
          </a:bodyPr>
          <a:lstStyle>
            <a:lvl1pPr marL="0" indent="0">
              <a:spcBef>
                <a:spcPts val="1200"/>
              </a:spcBef>
              <a:buNone/>
              <a:defRPr lang="de-DE" sz="1800"/>
            </a:lvl1pPr>
            <a:lvl2pPr marL="457200" indent="0">
              <a:spcBef>
                <a:spcPts val="1200"/>
              </a:spcBef>
              <a:buNone/>
              <a:defRPr lang="de-DE" sz="1600"/>
            </a:lvl2pPr>
            <a:lvl3pPr marL="914400" indent="0">
              <a:spcBef>
                <a:spcPts val="1200"/>
              </a:spcBef>
              <a:buNone/>
              <a:defRPr lang="de-DE" sz="1400"/>
            </a:lvl3pPr>
            <a:lvl4pPr marL="1371600" indent="0">
              <a:spcBef>
                <a:spcPts val="1200"/>
              </a:spcBef>
              <a:buNone/>
              <a:defRPr lang="de-DE" sz="1200"/>
            </a:lvl4pPr>
            <a:lvl5pPr marL="1828800" indent="0">
              <a:spcBef>
                <a:spcPts val="1200"/>
              </a:spcBef>
              <a:buNone/>
              <a:defRPr lang="de-DE" sz="1200"/>
            </a:lvl5pPr>
          </a:lstStyle>
          <a:p>
            <a:pPr lvl="0" rtl="0"/>
            <a:r>
              <a:rPr lang="de-DE"/>
              <a:t>Klicken Sie, um Text hinzuzufügen.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BD7EA593-3036-4FB5-94B4-D9431DF04871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1280160" y="4692058"/>
            <a:ext cx="4663440" cy="1584918"/>
          </a:xfrm>
        </p:spPr>
        <p:txBody>
          <a:bodyPr lIns="0" tIns="0" rIns="0" bIns="0" rtlCol="0" anchor="t" anchorCtr="0">
            <a:noAutofit/>
          </a:bodyPr>
          <a:lstStyle>
            <a:lvl1pPr>
              <a:spcBef>
                <a:spcPts val="1200"/>
              </a:spcBef>
              <a:defRPr lang="de-DE" sz="1800"/>
            </a:lvl1pPr>
            <a:lvl2pPr>
              <a:spcBef>
                <a:spcPts val="1200"/>
              </a:spcBef>
              <a:defRPr lang="de-DE" sz="1600"/>
            </a:lvl2pPr>
            <a:lvl3pPr>
              <a:spcBef>
                <a:spcPts val="1200"/>
              </a:spcBef>
              <a:defRPr lang="de-DE" sz="1400"/>
            </a:lvl3pPr>
            <a:lvl4pPr>
              <a:spcBef>
                <a:spcPts val="1200"/>
              </a:spcBef>
              <a:defRPr lang="de-DE" sz="1200"/>
            </a:lvl4pPr>
            <a:lvl5pPr>
              <a:spcBef>
                <a:spcPts val="1200"/>
              </a:spcBef>
              <a:defRPr lang="de-DE" sz="1200"/>
            </a:lvl5pPr>
          </a:lstStyle>
          <a:p>
            <a:pPr lvl="0" rtl="0"/>
            <a:r>
              <a:rPr lang="de-DE"/>
              <a:t>Klicken Sie, um Text hinzuzufügen.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</a:p>
        </p:txBody>
      </p:sp>
      <p:sp>
        <p:nvSpPr>
          <p:cNvPr id="21" name="Fußzeilenplatzhalter 20">
            <a:extLst>
              <a:ext uri="{FF2B5EF4-FFF2-40B4-BE49-F238E27FC236}">
                <a16:creationId xmlns:a16="http://schemas.microsoft.com/office/drawing/2014/main" id="{34C23E1A-9E5E-DA12-8E11-83F486766E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80160" y="6356350"/>
            <a:ext cx="4114800" cy="365125"/>
          </a:xfrm>
        </p:spPr>
        <p:txBody>
          <a:bodyPr lIns="0" rIns="91440" rtlCol="0"/>
          <a:lstStyle>
            <a:lvl1pPr algn="l">
              <a:defRPr lang="de-DE"/>
            </a:lvl1pPr>
          </a:lstStyle>
          <a:p>
            <a:pPr rtl="0"/>
            <a:endParaRPr lang="de-DE"/>
          </a:p>
        </p:txBody>
      </p:sp>
      <p:cxnSp>
        <p:nvCxnSpPr>
          <p:cNvPr id="23" name="Gerader Verbinder 22">
            <a:extLst>
              <a:ext uri="{FF2B5EF4-FFF2-40B4-BE49-F238E27FC236}">
                <a16:creationId xmlns:a16="http://schemas.microsoft.com/office/drawing/2014/main" id="{E3FE6E42-6A8F-C459-87EE-E2A5BAFA85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40664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793202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6640AAD-80AF-40E7-BE3F-43D32FC68E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0160" y="301752"/>
            <a:ext cx="4663438" cy="2441448"/>
          </a:xfrm>
        </p:spPr>
        <p:txBody>
          <a:bodyPr lIns="0" tIns="0" rIns="0" bIns="0" rtlCol="0" anchor="ctr" anchorCtr="0"/>
          <a:lstStyle>
            <a:lvl1pPr algn="l">
              <a:lnSpc>
                <a:spcPts val="4000"/>
              </a:lnSpc>
              <a:spcBef>
                <a:spcPts val="1000"/>
              </a:spcBef>
              <a:defRPr lang="de-DE" sz="4000" b="1" i="0" kern="0" cap="all" spc="0" baseline="0"/>
            </a:lvl1pPr>
          </a:lstStyle>
          <a:p>
            <a:pPr rtl="0"/>
            <a:r>
              <a:rPr lang="de-DE"/>
              <a:t>Mastertitelformat bearbeiten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401EAA4-F44C-4C1F-B8E3-1A3005300F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4632" y="726630"/>
            <a:ext cx="520991" cy="517379"/>
          </a:xfrm>
        </p:spPr>
        <p:txBody>
          <a:bodyPr rtlCol="0"/>
          <a:lstStyle>
            <a:lvl1pPr>
              <a:defRPr lang="de-DE">
                <a:solidFill>
                  <a:schemeClr val="accent2"/>
                </a:solidFill>
              </a:defRPr>
            </a:lvl1pPr>
          </a:lstStyle>
          <a:p>
            <a:pPr rtl="0"/>
            <a:fld id="{D8DA9DAA-006C-4F4B-980E-E3DF019B24E2}" type="slidenum">
              <a:rPr lang="de-DE" smtClean="0"/>
              <a:pPr rtl="0"/>
              <a:t>‹#›</a:t>
            </a:fld>
            <a:endParaRPr lang="de-DE"/>
          </a:p>
        </p:txBody>
      </p:sp>
      <p:sp>
        <p:nvSpPr>
          <p:cNvPr id="8" name="Textplatzhalter 4">
            <a:extLst>
              <a:ext uri="{FF2B5EF4-FFF2-40B4-BE49-F238E27FC236}">
                <a16:creationId xmlns:a16="http://schemas.microsoft.com/office/drawing/2014/main" id="{9FB40175-FA51-DA14-A5B2-CD06DE6ECC3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280161" y="2777067"/>
            <a:ext cx="4663440" cy="3550581"/>
          </a:xfrm>
        </p:spPr>
        <p:txBody>
          <a:bodyPr lIns="0" tIns="0" rIns="0" bIns="0" rtlCol="0">
            <a:noAutofit/>
          </a:bodyPr>
          <a:lstStyle>
            <a:lvl1pPr marL="0" indent="0">
              <a:lnSpc>
                <a:spcPct val="110000"/>
              </a:lnSpc>
              <a:buNone/>
              <a:defRPr lang="de-DE" sz="1800"/>
            </a:lvl1pPr>
            <a:lvl2pPr marL="228600">
              <a:lnSpc>
                <a:spcPct val="110000"/>
              </a:lnSpc>
              <a:defRPr lang="de-DE" sz="1600"/>
            </a:lvl2pPr>
            <a:lvl3pPr marL="457200">
              <a:lnSpc>
                <a:spcPct val="110000"/>
              </a:lnSpc>
              <a:defRPr lang="de-DE" sz="1400"/>
            </a:lvl3pPr>
            <a:lvl4pPr marL="685800">
              <a:lnSpc>
                <a:spcPct val="110000"/>
              </a:lnSpc>
              <a:defRPr lang="de-DE" sz="1200"/>
            </a:lvl4pPr>
            <a:lvl5pPr marL="914400">
              <a:lnSpc>
                <a:spcPct val="110000"/>
              </a:lnSpc>
              <a:defRPr lang="de-DE" sz="1200"/>
            </a:lvl5pPr>
          </a:lstStyle>
          <a:p>
            <a:pPr lvl="0" rtl="0"/>
            <a:r>
              <a:rPr lang="de-DE"/>
              <a:t>Mastertextformat bearbeiten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515930B2-E36D-4D05-A6B3-CA1BF61D50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12089" y="0"/>
            <a:ext cx="5779911" cy="6858000"/>
          </a:xfrm>
          <a:prstGeom prst="rect">
            <a:avLst/>
          </a:prstGeom>
          <a:gradFill flip="none" rotWithShape="1">
            <a:gsLst>
              <a:gs pos="100000">
                <a:schemeClr val="accent4"/>
              </a:gs>
              <a:gs pos="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de-DE"/>
            </a:defPPr>
          </a:lstStyle>
          <a:p>
            <a:pPr algn="ctr" rtl="0"/>
            <a:endParaRPr lang="de-DE"/>
          </a:p>
        </p:txBody>
      </p:sp>
      <p:sp>
        <p:nvSpPr>
          <p:cNvPr id="13" name="Bildplatzhalter 12">
            <a:extLst>
              <a:ext uri="{FF2B5EF4-FFF2-40B4-BE49-F238E27FC236}">
                <a16:creationId xmlns:a16="http://schemas.microsoft.com/office/drawing/2014/main" id="{9CEC7E0F-60E8-418B-978D-C607C82E97F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695553" y="301752"/>
            <a:ext cx="5221224" cy="6263640"/>
          </a:xfrm>
        </p:spPr>
        <p:txBody>
          <a:bodyPr tIns="914400" rtlCol="0" anchor="t" anchorCtr="0"/>
          <a:lstStyle>
            <a:lvl1pPr algn="ctr">
              <a:buNone/>
              <a:defRPr lang="de-DE">
                <a:solidFill>
                  <a:schemeClr val="bg1"/>
                </a:solidFill>
              </a:defRPr>
            </a:lvl1pPr>
          </a:lstStyle>
          <a:p>
            <a:pPr rtl="0"/>
            <a:r>
              <a:rPr lang="de-DE"/>
              <a:t>Klicken, um Bild hinzuzufügen</a:t>
            </a:r>
          </a:p>
        </p:txBody>
      </p:sp>
      <p:sp>
        <p:nvSpPr>
          <p:cNvPr id="10" name="Fußzeilenplatzhalter 8">
            <a:extLst>
              <a:ext uri="{FF2B5EF4-FFF2-40B4-BE49-F238E27FC236}">
                <a16:creationId xmlns:a16="http://schemas.microsoft.com/office/drawing/2014/main" id="{7A4AE671-C203-0370-2888-FC8F7D444D11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1280160" y="6356350"/>
            <a:ext cx="4434825" cy="365125"/>
          </a:xfrm>
        </p:spPr>
        <p:txBody>
          <a:bodyPr rtlCol="0"/>
          <a:lstStyle>
            <a:lvl1pPr algn="l">
              <a:defRPr lang="de-DE"/>
            </a:lvl1pPr>
          </a:lstStyle>
          <a:p>
            <a:pPr rtl="0"/>
            <a:endParaRPr lang="de-DE"/>
          </a:p>
        </p:txBody>
      </p:sp>
      <p:cxnSp>
        <p:nvCxnSpPr>
          <p:cNvPr id="3" name="Gerader Verbinder 2">
            <a:extLst>
              <a:ext uri="{FF2B5EF4-FFF2-40B4-BE49-F238E27FC236}">
                <a16:creationId xmlns:a16="http://schemas.microsoft.com/office/drawing/2014/main" id="{1792BFA8-57AD-0B5C-2534-1E862B58DA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45127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868079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Bild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969F227-D21C-48B3-828A-6BFA9585E8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80159" y="640080"/>
            <a:ext cx="4815836" cy="2103120"/>
          </a:xfrm>
        </p:spPr>
        <p:txBody>
          <a:bodyPr lIns="0" tIns="0" rIns="0" bIns="0" rtlCol="0" anchor="ctr" anchorCtr="0"/>
          <a:lstStyle>
            <a:lvl1pPr algn="l">
              <a:defRPr lang="de-DE" sz="4000" b="1" kern="0" cap="all" spc="0" baseline="0">
                <a:solidFill>
                  <a:schemeClr val="tx1"/>
                </a:solidFill>
              </a:defRPr>
            </a:lvl1pPr>
          </a:lstStyle>
          <a:p>
            <a:pPr rtl="0"/>
            <a:r>
              <a:rPr lang="de-DE"/>
              <a:t>Titel durch Klicken hinzufügen</a:t>
            </a:r>
          </a:p>
        </p:txBody>
      </p:sp>
      <p:sp>
        <p:nvSpPr>
          <p:cNvPr id="16" name="Foliennummernplatzhalter 15">
            <a:extLst>
              <a:ext uri="{FF2B5EF4-FFF2-40B4-BE49-F238E27FC236}">
                <a16:creationId xmlns:a16="http://schemas.microsoft.com/office/drawing/2014/main" id="{6183E8BD-29F0-8F9F-FC7D-73F8067BCDDF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 rtlCol="0"/>
          <a:lstStyle>
            <a:lvl1pPr>
              <a:defRPr lang="de-DE">
                <a:solidFill>
                  <a:schemeClr val="accent2"/>
                </a:solidFill>
              </a:defRPr>
            </a:lvl1pPr>
          </a:lstStyle>
          <a:p>
            <a:pPr rtl="0"/>
            <a:fld id="{D8DA9DAA-006C-4F4B-980E-E3DF019B24E2}" type="slidenum">
              <a:rPr lang="de-DE" smtClean="0"/>
              <a:pPr rtl="0"/>
              <a:t>‹#›</a:t>
            </a:fld>
            <a:endParaRPr lang="de-DE"/>
          </a:p>
        </p:txBody>
      </p:sp>
      <p:sp>
        <p:nvSpPr>
          <p:cNvPr id="15" name="Inhaltsplatzhalter 2">
            <a:extLst>
              <a:ext uri="{FF2B5EF4-FFF2-40B4-BE49-F238E27FC236}">
                <a16:creationId xmlns:a16="http://schemas.microsoft.com/office/drawing/2014/main" id="{5C983CA3-739C-6C20-AFE0-0997370354B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531427" y="640080"/>
            <a:ext cx="5122889" cy="2103120"/>
          </a:xfrm>
        </p:spPr>
        <p:txBody>
          <a:bodyPr lIns="0" tIns="0" rIns="0" bIns="0" rtlCol="0" anchor="ctr" anchorCtr="0">
            <a:normAutofit/>
          </a:bodyPr>
          <a:lstStyle>
            <a:lvl1pPr marL="0" indent="0">
              <a:lnSpc>
                <a:spcPct val="110000"/>
              </a:lnSpc>
              <a:buNone/>
              <a:defRPr lang="de-DE" sz="1800">
                <a:solidFill>
                  <a:schemeClr val="tx1"/>
                </a:solidFill>
              </a:defRPr>
            </a:lvl1pPr>
            <a:lvl2pPr marL="228600">
              <a:lnSpc>
                <a:spcPct val="100000"/>
              </a:lnSpc>
              <a:defRPr lang="de-DE" sz="1600">
                <a:solidFill>
                  <a:schemeClr val="tx1"/>
                </a:solidFill>
              </a:defRPr>
            </a:lvl2pPr>
            <a:lvl3pPr marL="457200">
              <a:lnSpc>
                <a:spcPct val="100000"/>
              </a:lnSpc>
              <a:defRPr lang="de-DE" sz="1400">
                <a:solidFill>
                  <a:schemeClr val="tx1"/>
                </a:solidFill>
              </a:defRPr>
            </a:lvl3pPr>
            <a:lvl4pPr marL="685800">
              <a:lnSpc>
                <a:spcPct val="100000"/>
              </a:lnSpc>
              <a:defRPr lang="de-DE" sz="1200">
                <a:solidFill>
                  <a:schemeClr val="tx1"/>
                </a:solidFill>
              </a:defRPr>
            </a:lvl4pPr>
            <a:lvl5pPr>
              <a:defRPr lang="de-DE" sz="1400"/>
            </a:lvl5pPr>
          </a:lstStyle>
          <a:p>
            <a:pPr lvl="0" rtl="0"/>
            <a:r>
              <a:rPr lang="de-DE"/>
              <a:t>Klicken Sie, um Text hinzuzufügen.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</p:txBody>
      </p:sp>
      <p:cxnSp>
        <p:nvCxnSpPr>
          <p:cNvPr id="4" name="Gerader Verbinder 3">
            <a:extLst>
              <a:ext uri="{FF2B5EF4-FFF2-40B4-BE49-F238E27FC236}">
                <a16:creationId xmlns:a16="http://schemas.microsoft.com/office/drawing/2014/main" id="{4BC9F29C-BBE9-AFB4-AFC6-30BCA4EB2A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40664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Inhaltsplatzhalter 2">
            <a:extLst>
              <a:ext uri="{FF2B5EF4-FFF2-40B4-BE49-F238E27FC236}">
                <a16:creationId xmlns:a16="http://schemas.microsoft.com/office/drawing/2014/main" id="{CBC4D286-C480-B4CF-4406-CACC323F9FAD}"/>
              </a:ext>
            </a:extLst>
          </p:cNvPr>
          <p:cNvSpPr>
            <a:spLocks noGrp="1"/>
          </p:cNvSpPr>
          <p:nvPr>
            <p:ph idx="21" hasCustomPrompt="1"/>
          </p:nvPr>
        </p:nvSpPr>
        <p:spPr>
          <a:xfrm>
            <a:off x="1280160" y="3017520"/>
            <a:ext cx="10374152" cy="3208866"/>
          </a:xfrm>
        </p:spPr>
        <p:txBody>
          <a:bodyPr rtlCol="0"/>
          <a:lstStyle>
            <a:defPPr>
              <a:defRPr lang="de-DE"/>
            </a:defPPr>
          </a:lstStyle>
          <a:p>
            <a:pPr lvl="0" rtl="0"/>
            <a:r>
              <a:rPr lang="de-DE"/>
              <a:t>Klicken Sie, um Text hinzuzufügen.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</a:p>
        </p:txBody>
      </p:sp>
      <p:sp>
        <p:nvSpPr>
          <p:cNvPr id="14" name="Fußzeilenplatzhalter 13">
            <a:extLst>
              <a:ext uri="{FF2B5EF4-FFF2-40B4-BE49-F238E27FC236}">
                <a16:creationId xmlns:a16="http://schemas.microsoft.com/office/drawing/2014/main" id="{0BEE2817-4518-D59A-BD13-29A3D4FE64F0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>
          <a:xfrm>
            <a:off x="7539516" y="6356350"/>
            <a:ext cx="4114800" cy="365125"/>
          </a:xfrm>
        </p:spPr>
        <p:txBody>
          <a:bodyPr rtlCol="0"/>
          <a:lstStyle>
            <a:defPPr>
              <a:defRPr lang="de-DE"/>
            </a:defPPr>
          </a:lstStyle>
          <a:p>
            <a:pPr rtl="0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689052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5F057AE-3B3B-4261-B912-BF9EB9A58C3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80159" y="4970638"/>
            <a:ext cx="9144000" cy="1280160"/>
          </a:xfrm>
        </p:spPr>
        <p:txBody>
          <a:bodyPr lIns="0" tIns="0" rIns="0" bIns="0" rtlCol="0" anchor="b" anchorCtr="0"/>
          <a:lstStyle>
            <a:lvl1pPr algn="l">
              <a:defRPr lang="de-DE" sz="4000" b="1" kern="0" cap="all" spc="0" baseline="0">
                <a:solidFill>
                  <a:schemeClr val="tx1"/>
                </a:solidFill>
              </a:defRPr>
            </a:lvl1pPr>
          </a:lstStyle>
          <a:p>
            <a:pPr rtl="0"/>
            <a:r>
              <a:rPr lang="de-DE"/>
              <a:t>Titelmasterformat durch Klicken bearbeiten</a:t>
            </a:r>
          </a:p>
        </p:txBody>
      </p:sp>
      <p:sp>
        <p:nvSpPr>
          <p:cNvPr id="22" name="Foliennummernplatzhalter 21">
            <a:extLst>
              <a:ext uri="{FF2B5EF4-FFF2-40B4-BE49-F238E27FC236}">
                <a16:creationId xmlns:a16="http://schemas.microsoft.com/office/drawing/2014/main" id="{F0626849-9D2D-3C95-8C10-FA8F325FE9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fld id="{D8DA9DAA-006C-4F4B-980E-E3DF019B24E2}" type="slidenum">
              <a:rPr lang="de-DE" smtClean="0"/>
              <a:pPr rtl="0"/>
              <a:t>‹#›</a:t>
            </a:fld>
            <a:endParaRPr lang="de-DE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8DE39CA1-2B6D-427E-9688-9093D5865CB7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280160" y="685800"/>
            <a:ext cx="4937760" cy="4023360"/>
          </a:xfrm>
        </p:spPr>
        <p:txBody>
          <a:bodyPr lIns="0" tIns="0" rIns="0" bIns="0" rtlCol="0">
            <a:noAutofit/>
          </a:bodyPr>
          <a:lstStyle>
            <a:lvl1pPr marL="0" indent="0">
              <a:spcBef>
                <a:spcPts val="1200"/>
              </a:spcBef>
              <a:buNone/>
              <a:defRPr lang="de-DE" sz="1800"/>
            </a:lvl1pPr>
            <a:lvl2pPr marL="457200">
              <a:spcBef>
                <a:spcPts val="1200"/>
              </a:spcBef>
              <a:defRPr lang="de-DE" sz="1800"/>
            </a:lvl2pPr>
            <a:lvl3pPr marL="914400">
              <a:spcBef>
                <a:spcPts val="1200"/>
              </a:spcBef>
              <a:defRPr lang="de-DE" sz="1800"/>
            </a:lvl3pPr>
            <a:lvl4pPr marL="1371600">
              <a:spcBef>
                <a:spcPts val="1200"/>
              </a:spcBef>
              <a:defRPr lang="de-DE" sz="1800"/>
            </a:lvl4pPr>
            <a:lvl5pPr marL="1828800">
              <a:spcBef>
                <a:spcPts val="1200"/>
              </a:spcBef>
              <a:defRPr lang="de-DE" sz="1800"/>
            </a:lvl5pPr>
          </a:lstStyle>
          <a:p>
            <a:pPr lvl="0" rtl="0"/>
            <a:r>
              <a:rPr lang="de-DE"/>
              <a:t>Klicken Sie, um Text hinzuzufügen.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BD7EA593-3036-4FB5-94B4-D9431DF04871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6704755" y="685800"/>
            <a:ext cx="4937760" cy="4023360"/>
          </a:xfrm>
        </p:spPr>
        <p:txBody>
          <a:bodyPr lIns="0" tIns="0" rIns="0" bIns="0" rtlCol="0">
            <a:noAutofit/>
          </a:bodyPr>
          <a:lstStyle>
            <a:lvl1pPr>
              <a:spcBef>
                <a:spcPts val="1200"/>
              </a:spcBef>
              <a:defRPr lang="de-DE" sz="1800"/>
            </a:lvl1pPr>
            <a:lvl2pPr>
              <a:spcBef>
                <a:spcPts val="1200"/>
              </a:spcBef>
              <a:defRPr lang="de-DE" sz="1800"/>
            </a:lvl2pPr>
            <a:lvl3pPr>
              <a:spcBef>
                <a:spcPts val="1200"/>
              </a:spcBef>
              <a:defRPr lang="de-DE" sz="1800"/>
            </a:lvl3pPr>
            <a:lvl4pPr>
              <a:spcBef>
                <a:spcPts val="1200"/>
              </a:spcBef>
              <a:defRPr lang="de-DE" sz="1800"/>
            </a:lvl4pPr>
            <a:lvl5pPr>
              <a:spcBef>
                <a:spcPts val="1200"/>
              </a:spcBef>
              <a:defRPr lang="de-DE" sz="1800"/>
            </a:lvl5pPr>
          </a:lstStyle>
          <a:p>
            <a:pPr lvl="0" rtl="0"/>
            <a:r>
              <a:rPr lang="de-DE"/>
              <a:t>Klicken Sie, um Text hinzuzufügen.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</a:p>
        </p:txBody>
      </p:sp>
      <p:grpSp>
        <p:nvGrpSpPr>
          <p:cNvPr id="13" name="Gruppieren 12">
            <a:extLst>
              <a:ext uri="{FF2B5EF4-FFF2-40B4-BE49-F238E27FC236}">
                <a16:creationId xmlns:a16="http://schemas.microsoft.com/office/drawing/2014/main" id="{4717D91C-F78C-0E4C-FB27-7112AB840A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322570" y="5680647"/>
            <a:ext cx="465456" cy="581432"/>
            <a:chOff x="7843462" y="2744546"/>
            <a:chExt cx="465456" cy="581432"/>
          </a:xfrm>
        </p:grpSpPr>
        <p:sp>
          <p:nvSpPr>
            <p:cNvPr id="15" name="Grafik 12">
              <a:extLst>
                <a:ext uri="{FF2B5EF4-FFF2-40B4-BE49-F238E27FC236}">
                  <a16:creationId xmlns:a16="http://schemas.microsoft.com/office/drawing/2014/main" id="{CC935CF3-75DF-0DC7-1B2A-E0E0205DF64B}"/>
                </a:ext>
              </a:extLst>
            </p:cNvPr>
            <p:cNvSpPr/>
            <p:nvPr userDrawn="1"/>
          </p:nvSpPr>
          <p:spPr>
            <a:xfrm>
              <a:off x="8217780" y="2973840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bg1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/>
            </a:p>
          </p:txBody>
        </p:sp>
        <p:sp>
          <p:nvSpPr>
            <p:cNvPr id="17" name="Grafik 13">
              <a:extLst>
                <a:ext uri="{FF2B5EF4-FFF2-40B4-BE49-F238E27FC236}">
                  <a16:creationId xmlns:a16="http://schemas.microsoft.com/office/drawing/2014/main" id="{D5782BEB-6319-DEC1-F9ED-BA9201C6B9B7}"/>
                </a:ext>
              </a:extLst>
            </p:cNvPr>
            <p:cNvSpPr/>
            <p:nvPr userDrawn="1"/>
          </p:nvSpPr>
          <p:spPr>
            <a:xfrm>
              <a:off x="7859002" y="2744546"/>
              <a:ext cx="139038" cy="139038"/>
            </a:xfrm>
            <a:custGeom>
              <a:avLst/>
              <a:gdLst>
                <a:gd name="connsiteX0" fmla="*/ 129601 w 139038"/>
                <a:gd name="connsiteY0" fmla="*/ 60082 h 139038"/>
                <a:gd name="connsiteX1" fmla="*/ 78956 w 139038"/>
                <a:gd name="connsiteY1" fmla="*/ 60082 h 139038"/>
                <a:gd name="connsiteX2" fmla="*/ 78956 w 139038"/>
                <a:gd name="connsiteY2" fmla="*/ 9437 h 139038"/>
                <a:gd name="connsiteX3" fmla="*/ 69519 w 139038"/>
                <a:gd name="connsiteY3" fmla="*/ 0 h 139038"/>
                <a:gd name="connsiteX4" fmla="*/ 60082 w 139038"/>
                <a:gd name="connsiteY4" fmla="*/ 9437 h 139038"/>
                <a:gd name="connsiteX5" fmla="*/ 60082 w 139038"/>
                <a:gd name="connsiteY5" fmla="*/ 60082 h 139038"/>
                <a:gd name="connsiteX6" fmla="*/ 9437 w 139038"/>
                <a:gd name="connsiteY6" fmla="*/ 60082 h 139038"/>
                <a:gd name="connsiteX7" fmla="*/ 0 w 139038"/>
                <a:gd name="connsiteY7" fmla="*/ 69519 h 139038"/>
                <a:gd name="connsiteX8" fmla="*/ 9437 w 139038"/>
                <a:gd name="connsiteY8" fmla="*/ 78956 h 139038"/>
                <a:gd name="connsiteX9" fmla="*/ 60082 w 139038"/>
                <a:gd name="connsiteY9" fmla="*/ 78956 h 139038"/>
                <a:gd name="connsiteX10" fmla="*/ 60082 w 139038"/>
                <a:gd name="connsiteY10" fmla="*/ 129601 h 139038"/>
                <a:gd name="connsiteX11" fmla="*/ 69519 w 139038"/>
                <a:gd name="connsiteY11" fmla="*/ 139038 h 139038"/>
                <a:gd name="connsiteX12" fmla="*/ 78956 w 139038"/>
                <a:gd name="connsiteY12" fmla="*/ 129601 h 139038"/>
                <a:gd name="connsiteX13" fmla="*/ 78956 w 139038"/>
                <a:gd name="connsiteY13" fmla="*/ 78956 h 139038"/>
                <a:gd name="connsiteX14" fmla="*/ 129601 w 139038"/>
                <a:gd name="connsiteY14" fmla="*/ 78956 h 139038"/>
                <a:gd name="connsiteX15" fmla="*/ 139038 w 139038"/>
                <a:gd name="connsiteY15" fmla="*/ 69519 h 139038"/>
                <a:gd name="connsiteX16" fmla="*/ 129601 w 139038"/>
                <a:gd name="connsiteY16" fmla="*/ 60082 h 1390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8" h="139038">
                  <a:moveTo>
                    <a:pt x="129601" y="60082"/>
                  </a:moveTo>
                  <a:lnTo>
                    <a:pt x="78956" y="60082"/>
                  </a:lnTo>
                  <a:lnTo>
                    <a:pt x="78956" y="9437"/>
                  </a:lnTo>
                  <a:cubicBezTo>
                    <a:pt x="78956" y="4225"/>
                    <a:pt x="74731" y="0"/>
                    <a:pt x="69519" y="0"/>
                  </a:cubicBezTo>
                  <a:cubicBezTo>
                    <a:pt x="64307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7"/>
                    <a:pt x="0" y="69519"/>
                  </a:cubicBezTo>
                  <a:cubicBezTo>
                    <a:pt x="0" y="74731"/>
                    <a:pt x="4225" y="78956"/>
                    <a:pt x="9437" y="78956"/>
                  </a:cubicBezTo>
                  <a:lnTo>
                    <a:pt x="60082" y="78956"/>
                  </a:lnTo>
                  <a:lnTo>
                    <a:pt x="60082" y="129601"/>
                  </a:lnTo>
                  <a:cubicBezTo>
                    <a:pt x="60082" y="134813"/>
                    <a:pt x="64307" y="139038"/>
                    <a:pt x="69519" y="139038"/>
                  </a:cubicBezTo>
                  <a:cubicBezTo>
                    <a:pt x="74731" y="139038"/>
                    <a:pt x="78956" y="134813"/>
                    <a:pt x="78956" y="129601"/>
                  </a:cubicBezTo>
                  <a:lnTo>
                    <a:pt x="78956" y="78956"/>
                  </a:lnTo>
                  <a:lnTo>
                    <a:pt x="129601" y="78956"/>
                  </a:lnTo>
                  <a:cubicBezTo>
                    <a:pt x="134813" y="78956"/>
                    <a:pt x="139038" y="74731"/>
                    <a:pt x="139038" y="69519"/>
                  </a:cubicBezTo>
                  <a:cubicBezTo>
                    <a:pt x="139038" y="64307"/>
                    <a:pt x="134813" y="60082"/>
                    <a:pt x="129601" y="60082"/>
                  </a:cubicBezTo>
                  <a:close/>
                </a:path>
              </a:pathLst>
            </a:custGeom>
            <a:solidFill>
              <a:schemeClr val="bg1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/>
            </a:p>
          </p:txBody>
        </p:sp>
        <p:sp>
          <p:nvSpPr>
            <p:cNvPr id="18" name="Grafik 15">
              <a:extLst>
                <a:ext uri="{FF2B5EF4-FFF2-40B4-BE49-F238E27FC236}">
                  <a16:creationId xmlns:a16="http://schemas.microsoft.com/office/drawing/2014/main" id="{6E59DFAF-9794-BD12-D89A-422FFFFCE023}"/>
                </a:ext>
              </a:extLst>
            </p:cNvPr>
            <p:cNvSpPr/>
            <p:nvPr userDrawn="1"/>
          </p:nvSpPr>
          <p:spPr>
            <a:xfrm>
              <a:off x="7843462" y="3198265"/>
              <a:ext cx="127713" cy="127713"/>
            </a:xfrm>
            <a:custGeom>
              <a:avLst/>
              <a:gdLst>
                <a:gd name="connsiteX0" fmla="*/ 63857 w 127713"/>
                <a:gd name="connsiteY0" fmla="*/ 18874 h 127713"/>
                <a:gd name="connsiteX1" fmla="*/ 108839 w 127713"/>
                <a:gd name="connsiteY1" fmla="*/ 63857 h 127713"/>
                <a:gd name="connsiteX2" fmla="*/ 63857 w 127713"/>
                <a:gd name="connsiteY2" fmla="*/ 108839 h 127713"/>
                <a:gd name="connsiteX3" fmla="*/ 18874 w 127713"/>
                <a:gd name="connsiteY3" fmla="*/ 63857 h 127713"/>
                <a:gd name="connsiteX4" fmla="*/ 63857 w 127713"/>
                <a:gd name="connsiteY4" fmla="*/ 18874 h 127713"/>
                <a:gd name="connsiteX5" fmla="*/ 63857 w 127713"/>
                <a:gd name="connsiteY5" fmla="*/ 0 h 127713"/>
                <a:gd name="connsiteX6" fmla="*/ 0 w 127713"/>
                <a:gd name="connsiteY6" fmla="*/ 63857 h 127713"/>
                <a:gd name="connsiteX7" fmla="*/ 63857 w 127713"/>
                <a:gd name="connsiteY7" fmla="*/ 127713 h 127713"/>
                <a:gd name="connsiteX8" fmla="*/ 127713 w 127713"/>
                <a:gd name="connsiteY8" fmla="*/ 63857 h 127713"/>
                <a:gd name="connsiteX9" fmla="*/ 63857 w 127713"/>
                <a:gd name="connsiteY9" fmla="*/ 0 h 127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3" h="127713">
                  <a:moveTo>
                    <a:pt x="63857" y="18874"/>
                  </a:moveTo>
                  <a:cubicBezTo>
                    <a:pt x="88700" y="18874"/>
                    <a:pt x="108839" y="39013"/>
                    <a:pt x="108839" y="63857"/>
                  </a:cubicBezTo>
                  <a:cubicBezTo>
                    <a:pt x="108839" y="88700"/>
                    <a:pt x="88700" y="108839"/>
                    <a:pt x="63857" y="108839"/>
                  </a:cubicBezTo>
                  <a:cubicBezTo>
                    <a:pt x="39013" y="108839"/>
                    <a:pt x="18874" y="88700"/>
                    <a:pt x="18874" y="63857"/>
                  </a:cubicBezTo>
                  <a:cubicBezTo>
                    <a:pt x="18898" y="39023"/>
                    <a:pt x="39023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3"/>
                    <a:pt x="63857" y="127713"/>
                  </a:cubicBezTo>
                  <a:cubicBezTo>
                    <a:pt x="99124" y="127713"/>
                    <a:pt x="127713" y="99124"/>
                    <a:pt x="127713" y="63857"/>
                  </a:cubicBezTo>
                  <a:cubicBezTo>
                    <a:pt x="127713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bg1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/>
            </a:p>
          </p:txBody>
        </p:sp>
      </p:grpSp>
      <p:sp>
        <p:nvSpPr>
          <p:cNvPr id="21" name="Fußzeilenplatzhalter 20">
            <a:extLst>
              <a:ext uri="{FF2B5EF4-FFF2-40B4-BE49-F238E27FC236}">
                <a16:creationId xmlns:a16="http://schemas.microsoft.com/office/drawing/2014/main" id="{36444A47-BCB3-5C86-F2B8-25092BE8D9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80160" y="6356350"/>
            <a:ext cx="4114800" cy="365125"/>
          </a:xfrm>
        </p:spPr>
        <p:txBody>
          <a:bodyPr lIns="0" rIns="91440" rtlCol="0"/>
          <a:lstStyle>
            <a:lvl1pPr algn="l">
              <a:defRPr lang="de-DE"/>
            </a:lvl1pPr>
          </a:lstStyle>
          <a:p>
            <a:pPr rtl="0"/>
            <a:endParaRPr lang="de-DE"/>
          </a:p>
        </p:txBody>
      </p:sp>
      <p:cxnSp>
        <p:nvCxnSpPr>
          <p:cNvPr id="23" name="Gerader Verbinder 22">
            <a:extLst>
              <a:ext uri="{FF2B5EF4-FFF2-40B4-BE49-F238E27FC236}">
                <a16:creationId xmlns:a16="http://schemas.microsoft.com/office/drawing/2014/main" id="{C648C53D-49AB-C003-70E8-5117AF0797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40664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4" name="Gruppieren 23">
            <a:extLst>
              <a:ext uri="{FF2B5EF4-FFF2-40B4-BE49-F238E27FC236}">
                <a16:creationId xmlns:a16="http://schemas.microsoft.com/office/drawing/2014/main" id="{A96BC1DE-6696-3408-564E-2D73B12663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5400000">
            <a:off x="10711518" y="5393214"/>
            <a:ext cx="1097341" cy="736658"/>
            <a:chOff x="10508317" y="446637"/>
            <a:chExt cx="1097341" cy="736658"/>
          </a:xfrm>
        </p:grpSpPr>
        <p:sp>
          <p:nvSpPr>
            <p:cNvPr id="25" name="Grafik 15">
              <a:extLst>
                <a:ext uri="{FF2B5EF4-FFF2-40B4-BE49-F238E27FC236}">
                  <a16:creationId xmlns:a16="http://schemas.microsoft.com/office/drawing/2014/main" id="{268EB1E4-29D6-C3F5-BCBB-FB7E7EE5C2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0508317" y="492206"/>
              <a:ext cx="139039" cy="139039"/>
            </a:xfrm>
            <a:custGeom>
              <a:avLst/>
              <a:gdLst>
                <a:gd name="connsiteX0" fmla="*/ 129602 w 139039"/>
                <a:gd name="connsiteY0" fmla="*/ 60082 h 139039"/>
                <a:gd name="connsiteX1" fmla="*/ 78957 w 139039"/>
                <a:gd name="connsiteY1" fmla="*/ 60082 h 139039"/>
                <a:gd name="connsiteX2" fmla="*/ 78957 w 139039"/>
                <a:gd name="connsiteY2" fmla="*/ 9437 h 139039"/>
                <a:gd name="connsiteX3" fmla="*/ 69520 w 139039"/>
                <a:gd name="connsiteY3" fmla="*/ 0 h 139039"/>
                <a:gd name="connsiteX4" fmla="*/ 60082 w 139039"/>
                <a:gd name="connsiteY4" fmla="*/ 9437 h 139039"/>
                <a:gd name="connsiteX5" fmla="*/ 60082 w 139039"/>
                <a:gd name="connsiteY5" fmla="*/ 60082 h 139039"/>
                <a:gd name="connsiteX6" fmla="*/ 9437 w 139039"/>
                <a:gd name="connsiteY6" fmla="*/ 60082 h 139039"/>
                <a:gd name="connsiteX7" fmla="*/ 0 w 139039"/>
                <a:gd name="connsiteY7" fmla="*/ 69520 h 139039"/>
                <a:gd name="connsiteX8" fmla="*/ 9437 w 139039"/>
                <a:gd name="connsiteY8" fmla="*/ 78957 h 139039"/>
                <a:gd name="connsiteX9" fmla="*/ 60082 w 139039"/>
                <a:gd name="connsiteY9" fmla="*/ 78957 h 139039"/>
                <a:gd name="connsiteX10" fmla="*/ 60082 w 139039"/>
                <a:gd name="connsiteY10" fmla="*/ 129602 h 139039"/>
                <a:gd name="connsiteX11" fmla="*/ 69520 w 139039"/>
                <a:gd name="connsiteY11" fmla="*/ 139039 h 139039"/>
                <a:gd name="connsiteX12" fmla="*/ 78957 w 139039"/>
                <a:gd name="connsiteY12" fmla="*/ 129602 h 139039"/>
                <a:gd name="connsiteX13" fmla="*/ 78957 w 139039"/>
                <a:gd name="connsiteY13" fmla="*/ 78957 h 139039"/>
                <a:gd name="connsiteX14" fmla="*/ 129602 w 139039"/>
                <a:gd name="connsiteY14" fmla="*/ 78957 h 139039"/>
                <a:gd name="connsiteX15" fmla="*/ 139039 w 139039"/>
                <a:gd name="connsiteY15" fmla="*/ 69520 h 139039"/>
                <a:gd name="connsiteX16" fmla="*/ 129602 w 139039"/>
                <a:gd name="connsiteY16" fmla="*/ 60082 h 1390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9" h="139039">
                  <a:moveTo>
                    <a:pt x="129602" y="60082"/>
                  </a:moveTo>
                  <a:lnTo>
                    <a:pt x="78957" y="60082"/>
                  </a:lnTo>
                  <a:lnTo>
                    <a:pt x="78957" y="9437"/>
                  </a:lnTo>
                  <a:cubicBezTo>
                    <a:pt x="78957" y="4225"/>
                    <a:pt x="74731" y="0"/>
                    <a:pt x="69520" y="0"/>
                  </a:cubicBezTo>
                  <a:cubicBezTo>
                    <a:pt x="64308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8"/>
                    <a:pt x="0" y="69520"/>
                  </a:cubicBezTo>
                  <a:cubicBezTo>
                    <a:pt x="0" y="74731"/>
                    <a:pt x="4225" y="78957"/>
                    <a:pt x="9437" y="78957"/>
                  </a:cubicBezTo>
                  <a:lnTo>
                    <a:pt x="60082" y="78957"/>
                  </a:lnTo>
                  <a:lnTo>
                    <a:pt x="60082" y="129602"/>
                  </a:lnTo>
                  <a:cubicBezTo>
                    <a:pt x="60082" y="134814"/>
                    <a:pt x="64308" y="139039"/>
                    <a:pt x="69520" y="139039"/>
                  </a:cubicBezTo>
                  <a:cubicBezTo>
                    <a:pt x="74731" y="139039"/>
                    <a:pt x="78957" y="134814"/>
                    <a:pt x="78957" y="129602"/>
                  </a:cubicBezTo>
                  <a:lnTo>
                    <a:pt x="78957" y="78957"/>
                  </a:lnTo>
                  <a:lnTo>
                    <a:pt x="129602" y="78957"/>
                  </a:lnTo>
                  <a:cubicBezTo>
                    <a:pt x="134814" y="78957"/>
                    <a:pt x="139039" y="74731"/>
                    <a:pt x="139039" y="69520"/>
                  </a:cubicBezTo>
                  <a:cubicBezTo>
                    <a:pt x="139039" y="64308"/>
                    <a:pt x="134814" y="60082"/>
                    <a:pt x="129602" y="60082"/>
                  </a:cubicBezTo>
                  <a:close/>
                </a:path>
              </a:pathLst>
            </a:custGeom>
            <a:solidFill>
              <a:schemeClr val="accent2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/>
            </a:p>
          </p:txBody>
        </p:sp>
        <p:sp>
          <p:nvSpPr>
            <p:cNvPr id="26" name="Grafik 16">
              <a:extLst>
                <a:ext uri="{FF2B5EF4-FFF2-40B4-BE49-F238E27FC236}">
                  <a16:creationId xmlns:a16="http://schemas.microsoft.com/office/drawing/2014/main" id="{09524D46-140F-2F4F-430B-F59815A07C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1477944" y="1055581"/>
              <a:ext cx="127714" cy="127714"/>
            </a:xfrm>
            <a:custGeom>
              <a:avLst/>
              <a:gdLst>
                <a:gd name="connsiteX0" fmla="*/ 63857 w 127714"/>
                <a:gd name="connsiteY0" fmla="*/ 18874 h 127714"/>
                <a:gd name="connsiteX1" fmla="*/ 108840 w 127714"/>
                <a:gd name="connsiteY1" fmla="*/ 63857 h 127714"/>
                <a:gd name="connsiteX2" fmla="*/ 63857 w 127714"/>
                <a:gd name="connsiteY2" fmla="*/ 108840 h 127714"/>
                <a:gd name="connsiteX3" fmla="*/ 18874 w 127714"/>
                <a:gd name="connsiteY3" fmla="*/ 63857 h 127714"/>
                <a:gd name="connsiteX4" fmla="*/ 63857 w 127714"/>
                <a:gd name="connsiteY4" fmla="*/ 18874 h 127714"/>
                <a:gd name="connsiteX5" fmla="*/ 63857 w 127714"/>
                <a:gd name="connsiteY5" fmla="*/ 0 h 127714"/>
                <a:gd name="connsiteX6" fmla="*/ 0 w 127714"/>
                <a:gd name="connsiteY6" fmla="*/ 63857 h 127714"/>
                <a:gd name="connsiteX7" fmla="*/ 63857 w 127714"/>
                <a:gd name="connsiteY7" fmla="*/ 127714 h 127714"/>
                <a:gd name="connsiteX8" fmla="*/ 127714 w 127714"/>
                <a:gd name="connsiteY8" fmla="*/ 63857 h 127714"/>
                <a:gd name="connsiteX9" fmla="*/ 63857 w 127714"/>
                <a:gd name="connsiteY9" fmla="*/ 0 h 127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4" h="127714">
                  <a:moveTo>
                    <a:pt x="63857" y="18874"/>
                  </a:moveTo>
                  <a:cubicBezTo>
                    <a:pt x="88700" y="18874"/>
                    <a:pt x="108840" y="39014"/>
                    <a:pt x="108840" y="63857"/>
                  </a:cubicBezTo>
                  <a:cubicBezTo>
                    <a:pt x="108840" y="88700"/>
                    <a:pt x="88700" y="108840"/>
                    <a:pt x="63857" y="108840"/>
                  </a:cubicBezTo>
                  <a:cubicBezTo>
                    <a:pt x="39014" y="108840"/>
                    <a:pt x="18874" y="88700"/>
                    <a:pt x="18874" y="63857"/>
                  </a:cubicBezTo>
                  <a:cubicBezTo>
                    <a:pt x="18898" y="39024"/>
                    <a:pt x="39024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4"/>
                    <a:pt x="63857" y="127714"/>
                  </a:cubicBezTo>
                  <a:cubicBezTo>
                    <a:pt x="99124" y="127714"/>
                    <a:pt x="127714" y="99124"/>
                    <a:pt x="127714" y="63857"/>
                  </a:cubicBezTo>
                  <a:cubicBezTo>
                    <a:pt x="127714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accent2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/>
            </a:p>
          </p:txBody>
        </p:sp>
        <p:sp>
          <p:nvSpPr>
            <p:cNvPr id="27" name="Grafik 14">
              <a:extLst>
                <a:ext uri="{FF2B5EF4-FFF2-40B4-BE49-F238E27FC236}">
                  <a16:creationId xmlns:a16="http://schemas.microsoft.com/office/drawing/2014/main" id="{AC75143B-C717-8D04-743C-B40FB5EFB2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1241555" y="446637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accent2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/>
            </a:p>
          </p:txBody>
        </p:sp>
      </p:grpSp>
    </p:spTree>
    <p:extLst>
      <p:ext uri="{BB962C8B-B14F-4D97-AF65-F5344CB8AC3E}">
        <p14:creationId xmlns:p14="http://schemas.microsoft.com/office/powerpoint/2010/main" val="348737642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696CF8C-1EA0-4E47-AC60-CAC3B80A3C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80160" y="640080"/>
            <a:ext cx="10087699" cy="1280160"/>
          </a:xfrm>
        </p:spPr>
        <p:txBody>
          <a:bodyPr lIns="0" tIns="0" rIns="0" bIns="0" rtlCol="0" anchor="b" anchorCtr="0"/>
          <a:lstStyle>
            <a:lvl1pPr>
              <a:defRPr lang="de-DE" sz="4000" b="1" kern="0" cap="all" baseline="0"/>
            </a:lvl1pPr>
          </a:lstStyle>
          <a:p>
            <a:pPr rtl="0"/>
            <a:r>
              <a:rPr lang="de-DE"/>
              <a:t>Titel durch Klicken hinzufügen</a:t>
            </a:r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116B8DF0-B7E6-5032-C3C7-E457E793BE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fld id="{D8DA9DAA-006C-4F4B-980E-E3DF019B24E2}" type="slidenum">
              <a:rPr lang="de-DE" smtClean="0"/>
              <a:pPr rtl="0"/>
              <a:t>‹#›</a:t>
            </a:fld>
            <a:endParaRPr lang="de-DE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28CABF8-19D8-4F3C-994F-4D35EC7A2C3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280160" y="2103119"/>
            <a:ext cx="10087699" cy="4114800"/>
          </a:xfrm>
        </p:spPr>
        <p:txBody>
          <a:bodyPr lIns="0" tIns="0" rIns="0" bIns="0" rtlCol="0"/>
          <a:lstStyle>
            <a:defPPr>
              <a:defRPr lang="de-DE"/>
            </a:defPPr>
          </a:lstStyle>
          <a:p>
            <a:pPr lvl="0" rtl="0"/>
            <a:r>
              <a:rPr lang="de-DE"/>
              <a:t>Klicken Sie, um Text hinzuzufügen.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</a:p>
        </p:txBody>
      </p:sp>
      <p:cxnSp>
        <p:nvCxnSpPr>
          <p:cNvPr id="7" name="Gerader Verbinder 6">
            <a:extLst>
              <a:ext uri="{FF2B5EF4-FFF2-40B4-BE49-F238E27FC236}">
                <a16:creationId xmlns:a16="http://schemas.microsoft.com/office/drawing/2014/main" id="{5C05CAAB-DBA2-4548-AD5F-01BB97FBB2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40664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DC5F4D40-ADE4-5EEB-436C-8563A49C55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80160" y="6356350"/>
            <a:ext cx="4114800" cy="365125"/>
          </a:xfrm>
        </p:spPr>
        <p:txBody>
          <a:bodyPr lIns="0" rtlCol="0"/>
          <a:lstStyle>
            <a:lvl1pPr algn="l">
              <a:defRPr lang="de-DE"/>
            </a:lvl1pPr>
          </a:lstStyle>
          <a:p>
            <a:pPr rtl="0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2174504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blasen und Titel 1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969F227-D21C-48B3-828A-6BFA9585E8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92897" y="585216"/>
            <a:ext cx="8965094" cy="2276856"/>
          </a:xfrm>
        </p:spPr>
        <p:txBody>
          <a:bodyPr lIns="0" tIns="0" rIns="0" rtlCol="0" anchor="b"/>
          <a:lstStyle>
            <a:lvl1pPr algn="r">
              <a:lnSpc>
                <a:spcPts val="4800"/>
              </a:lnSpc>
              <a:defRPr lang="de-DE" sz="4800" b="1" kern="0" cap="all" spc="0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de-DE"/>
              <a:t>Mastertitelformat bearbeiten</a:t>
            </a:r>
          </a:p>
        </p:txBody>
      </p:sp>
      <p:sp>
        <p:nvSpPr>
          <p:cNvPr id="7" name="Bildplatzhalter 14">
            <a:extLst>
              <a:ext uri="{FF2B5EF4-FFF2-40B4-BE49-F238E27FC236}">
                <a16:creationId xmlns:a16="http://schemas.microsoft.com/office/drawing/2014/main" id="{FC9B12A4-113B-B3F6-5926-5C2A6F504ABA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371606" y="3205313"/>
            <a:ext cx="3043077" cy="3043083"/>
          </a:xfrm>
          <a:custGeom>
            <a:avLst/>
            <a:gdLst>
              <a:gd name="connsiteX0" fmla="*/ 2133823 w 4266960"/>
              <a:gd name="connsiteY0" fmla="*/ 0 h 4266968"/>
              <a:gd name="connsiteX1" fmla="*/ 4256628 w 4266960"/>
              <a:gd name="connsiteY1" fmla="*/ 1915652 h 4266968"/>
              <a:gd name="connsiteX2" fmla="*/ 4266960 w 4266960"/>
              <a:gd name="connsiteY2" fmla="*/ 2120258 h 4266968"/>
              <a:gd name="connsiteX3" fmla="*/ 4266960 w 4266960"/>
              <a:gd name="connsiteY3" fmla="*/ 2147389 h 4266968"/>
              <a:gd name="connsiteX4" fmla="*/ 4256628 w 4266960"/>
              <a:gd name="connsiteY4" fmla="*/ 2351994 h 4266968"/>
              <a:gd name="connsiteX5" fmla="*/ 2351994 w 4266960"/>
              <a:gd name="connsiteY5" fmla="*/ 4256629 h 4266968"/>
              <a:gd name="connsiteX6" fmla="*/ 2147230 w 4266960"/>
              <a:gd name="connsiteY6" fmla="*/ 4266968 h 4266968"/>
              <a:gd name="connsiteX7" fmla="*/ 2120416 w 4266960"/>
              <a:gd name="connsiteY7" fmla="*/ 4266968 h 4266968"/>
              <a:gd name="connsiteX8" fmla="*/ 1915652 w 4266960"/>
              <a:gd name="connsiteY8" fmla="*/ 4256629 h 4266968"/>
              <a:gd name="connsiteX9" fmla="*/ 0 w 4266960"/>
              <a:gd name="connsiteY9" fmla="*/ 2133823 h 4266968"/>
              <a:gd name="connsiteX10" fmla="*/ 2133823 w 4266960"/>
              <a:gd name="connsiteY10" fmla="*/ 0 h 4266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266960" h="4266968">
                <a:moveTo>
                  <a:pt x="2133823" y="0"/>
                </a:moveTo>
                <a:cubicBezTo>
                  <a:pt x="3238644" y="0"/>
                  <a:pt x="4147355" y="839660"/>
                  <a:pt x="4256628" y="1915652"/>
                </a:cubicBezTo>
                <a:lnTo>
                  <a:pt x="4266960" y="2120258"/>
                </a:lnTo>
                <a:lnTo>
                  <a:pt x="4266960" y="2147389"/>
                </a:lnTo>
                <a:lnTo>
                  <a:pt x="4256628" y="2351994"/>
                </a:lnTo>
                <a:cubicBezTo>
                  <a:pt x="4154640" y="3356254"/>
                  <a:pt x="3356253" y="4154640"/>
                  <a:pt x="2351994" y="4256629"/>
                </a:cubicBezTo>
                <a:lnTo>
                  <a:pt x="2147230" y="4266968"/>
                </a:lnTo>
                <a:lnTo>
                  <a:pt x="2120416" y="4266968"/>
                </a:lnTo>
                <a:lnTo>
                  <a:pt x="1915652" y="4256629"/>
                </a:lnTo>
                <a:cubicBezTo>
                  <a:pt x="839660" y="4147356"/>
                  <a:pt x="0" y="3238645"/>
                  <a:pt x="0" y="2133823"/>
                </a:cubicBezTo>
                <a:cubicBezTo>
                  <a:pt x="0" y="955346"/>
                  <a:pt x="955346" y="0"/>
                  <a:pt x="2133823" y="0"/>
                </a:cubicBezTo>
                <a:close/>
              </a:path>
            </a:pathLst>
          </a:custGeom>
        </p:spPr>
        <p:txBody>
          <a:bodyPr wrap="square" tIns="914400" rtlCol="0" anchor="t" anchorCtr="0">
            <a:noAutofit/>
          </a:bodyPr>
          <a:lstStyle>
            <a:lvl1pPr algn="ctr">
              <a:buNone/>
              <a:defRPr lang="de-DE" sz="1800">
                <a:solidFill>
                  <a:schemeClr val="bg1"/>
                </a:solidFill>
              </a:defRPr>
            </a:lvl1pPr>
          </a:lstStyle>
          <a:p>
            <a:pPr rtl="0"/>
            <a:r>
              <a:rPr lang="de-DE"/>
              <a:t>Klicken, um Bild hinzuzufügen</a:t>
            </a:r>
          </a:p>
        </p:txBody>
      </p:sp>
      <p:sp>
        <p:nvSpPr>
          <p:cNvPr id="16" name="Textplatzhalter 15">
            <a:extLst>
              <a:ext uri="{FF2B5EF4-FFF2-40B4-BE49-F238E27FC236}">
                <a16:creationId xmlns:a16="http://schemas.microsoft.com/office/drawing/2014/main" id="{A928810C-E773-43AE-A2A1-4073955CC8D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640609" y="3127248"/>
            <a:ext cx="6117381" cy="3017520"/>
          </a:xfrm>
        </p:spPr>
        <p:txBody>
          <a:bodyPr lIns="0" tIns="0" rIns="0" bIns="0" rtlCol="0">
            <a:normAutofit/>
          </a:bodyPr>
          <a:lstStyle>
            <a:lvl1pPr marL="0" indent="0" algn="r">
              <a:spcBef>
                <a:spcPts val="1200"/>
              </a:spcBef>
              <a:buNone/>
              <a:defRPr lang="de-DE" sz="2400">
                <a:solidFill>
                  <a:schemeClr val="bg1"/>
                </a:solidFill>
              </a:defRPr>
            </a:lvl1pPr>
          </a:lstStyle>
          <a:p>
            <a:pPr lvl="0" rtl="0"/>
            <a:r>
              <a:rPr lang="de-DE"/>
              <a:t>Klicken Sie, um Text hinzuzufügen.</a:t>
            </a:r>
          </a:p>
        </p:txBody>
      </p:sp>
      <p:grpSp>
        <p:nvGrpSpPr>
          <p:cNvPr id="3" name="Gruppieren 2">
            <a:extLst>
              <a:ext uri="{FF2B5EF4-FFF2-40B4-BE49-F238E27FC236}">
                <a16:creationId xmlns:a16="http://schemas.microsoft.com/office/drawing/2014/main" id="{8AF51D36-DB19-27CD-47E0-A4261648DA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18614240">
            <a:off x="3975343" y="2819532"/>
            <a:ext cx="465456" cy="581432"/>
            <a:chOff x="7843462" y="2744546"/>
            <a:chExt cx="465456" cy="581432"/>
          </a:xfrm>
        </p:grpSpPr>
        <p:sp>
          <p:nvSpPr>
            <p:cNvPr id="4" name="Grafik 12">
              <a:extLst>
                <a:ext uri="{FF2B5EF4-FFF2-40B4-BE49-F238E27FC236}">
                  <a16:creationId xmlns:a16="http://schemas.microsoft.com/office/drawing/2014/main" id="{3EFED0E0-17D4-C5B0-09D0-B43338A856B3}"/>
                </a:ext>
              </a:extLst>
            </p:cNvPr>
            <p:cNvSpPr/>
            <p:nvPr userDrawn="1"/>
          </p:nvSpPr>
          <p:spPr>
            <a:xfrm>
              <a:off x="8217780" y="2973840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bg1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/>
            </a:p>
          </p:txBody>
        </p:sp>
        <p:sp>
          <p:nvSpPr>
            <p:cNvPr id="5" name="Grafik 13">
              <a:extLst>
                <a:ext uri="{FF2B5EF4-FFF2-40B4-BE49-F238E27FC236}">
                  <a16:creationId xmlns:a16="http://schemas.microsoft.com/office/drawing/2014/main" id="{8F798BBE-9B6F-700D-08A1-09ABC5388CCE}"/>
                </a:ext>
              </a:extLst>
            </p:cNvPr>
            <p:cNvSpPr/>
            <p:nvPr userDrawn="1"/>
          </p:nvSpPr>
          <p:spPr>
            <a:xfrm>
              <a:off x="7859002" y="2744546"/>
              <a:ext cx="139038" cy="139038"/>
            </a:xfrm>
            <a:custGeom>
              <a:avLst/>
              <a:gdLst>
                <a:gd name="connsiteX0" fmla="*/ 129601 w 139038"/>
                <a:gd name="connsiteY0" fmla="*/ 60082 h 139038"/>
                <a:gd name="connsiteX1" fmla="*/ 78956 w 139038"/>
                <a:gd name="connsiteY1" fmla="*/ 60082 h 139038"/>
                <a:gd name="connsiteX2" fmla="*/ 78956 w 139038"/>
                <a:gd name="connsiteY2" fmla="*/ 9437 h 139038"/>
                <a:gd name="connsiteX3" fmla="*/ 69519 w 139038"/>
                <a:gd name="connsiteY3" fmla="*/ 0 h 139038"/>
                <a:gd name="connsiteX4" fmla="*/ 60082 w 139038"/>
                <a:gd name="connsiteY4" fmla="*/ 9437 h 139038"/>
                <a:gd name="connsiteX5" fmla="*/ 60082 w 139038"/>
                <a:gd name="connsiteY5" fmla="*/ 60082 h 139038"/>
                <a:gd name="connsiteX6" fmla="*/ 9437 w 139038"/>
                <a:gd name="connsiteY6" fmla="*/ 60082 h 139038"/>
                <a:gd name="connsiteX7" fmla="*/ 0 w 139038"/>
                <a:gd name="connsiteY7" fmla="*/ 69519 h 139038"/>
                <a:gd name="connsiteX8" fmla="*/ 9437 w 139038"/>
                <a:gd name="connsiteY8" fmla="*/ 78956 h 139038"/>
                <a:gd name="connsiteX9" fmla="*/ 60082 w 139038"/>
                <a:gd name="connsiteY9" fmla="*/ 78956 h 139038"/>
                <a:gd name="connsiteX10" fmla="*/ 60082 w 139038"/>
                <a:gd name="connsiteY10" fmla="*/ 129601 h 139038"/>
                <a:gd name="connsiteX11" fmla="*/ 69519 w 139038"/>
                <a:gd name="connsiteY11" fmla="*/ 139038 h 139038"/>
                <a:gd name="connsiteX12" fmla="*/ 78956 w 139038"/>
                <a:gd name="connsiteY12" fmla="*/ 129601 h 139038"/>
                <a:gd name="connsiteX13" fmla="*/ 78956 w 139038"/>
                <a:gd name="connsiteY13" fmla="*/ 78956 h 139038"/>
                <a:gd name="connsiteX14" fmla="*/ 129601 w 139038"/>
                <a:gd name="connsiteY14" fmla="*/ 78956 h 139038"/>
                <a:gd name="connsiteX15" fmla="*/ 139038 w 139038"/>
                <a:gd name="connsiteY15" fmla="*/ 69519 h 139038"/>
                <a:gd name="connsiteX16" fmla="*/ 129601 w 139038"/>
                <a:gd name="connsiteY16" fmla="*/ 60082 h 1390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8" h="139038">
                  <a:moveTo>
                    <a:pt x="129601" y="60082"/>
                  </a:moveTo>
                  <a:lnTo>
                    <a:pt x="78956" y="60082"/>
                  </a:lnTo>
                  <a:lnTo>
                    <a:pt x="78956" y="9437"/>
                  </a:lnTo>
                  <a:cubicBezTo>
                    <a:pt x="78956" y="4225"/>
                    <a:pt x="74731" y="0"/>
                    <a:pt x="69519" y="0"/>
                  </a:cubicBezTo>
                  <a:cubicBezTo>
                    <a:pt x="64307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7"/>
                    <a:pt x="0" y="69519"/>
                  </a:cubicBezTo>
                  <a:cubicBezTo>
                    <a:pt x="0" y="74731"/>
                    <a:pt x="4225" y="78956"/>
                    <a:pt x="9437" y="78956"/>
                  </a:cubicBezTo>
                  <a:lnTo>
                    <a:pt x="60082" y="78956"/>
                  </a:lnTo>
                  <a:lnTo>
                    <a:pt x="60082" y="129601"/>
                  </a:lnTo>
                  <a:cubicBezTo>
                    <a:pt x="60082" y="134813"/>
                    <a:pt x="64307" y="139038"/>
                    <a:pt x="69519" y="139038"/>
                  </a:cubicBezTo>
                  <a:cubicBezTo>
                    <a:pt x="74731" y="139038"/>
                    <a:pt x="78956" y="134813"/>
                    <a:pt x="78956" y="129601"/>
                  </a:cubicBezTo>
                  <a:lnTo>
                    <a:pt x="78956" y="78956"/>
                  </a:lnTo>
                  <a:lnTo>
                    <a:pt x="129601" y="78956"/>
                  </a:lnTo>
                  <a:cubicBezTo>
                    <a:pt x="134813" y="78956"/>
                    <a:pt x="139038" y="74731"/>
                    <a:pt x="139038" y="69519"/>
                  </a:cubicBezTo>
                  <a:cubicBezTo>
                    <a:pt x="139038" y="64307"/>
                    <a:pt x="134813" y="60082"/>
                    <a:pt x="129601" y="60082"/>
                  </a:cubicBezTo>
                  <a:close/>
                </a:path>
              </a:pathLst>
            </a:custGeom>
            <a:solidFill>
              <a:schemeClr val="bg1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/>
            </a:p>
          </p:txBody>
        </p:sp>
        <p:sp>
          <p:nvSpPr>
            <p:cNvPr id="6" name="Grafik 15">
              <a:extLst>
                <a:ext uri="{FF2B5EF4-FFF2-40B4-BE49-F238E27FC236}">
                  <a16:creationId xmlns:a16="http://schemas.microsoft.com/office/drawing/2014/main" id="{4AE2D1C5-9D85-9049-690C-3AFCE7E2DA56}"/>
                </a:ext>
              </a:extLst>
            </p:cNvPr>
            <p:cNvSpPr/>
            <p:nvPr userDrawn="1"/>
          </p:nvSpPr>
          <p:spPr>
            <a:xfrm>
              <a:off x="7843462" y="3198265"/>
              <a:ext cx="127713" cy="127713"/>
            </a:xfrm>
            <a:custGeom>
              <a:avLst/>
              <a:gdLst>
                <a:gd name="connsiteX0" fmla="*/ 63857 w 127713"/>
                <a:gd name="connsiteY0" fmla="*/ 18874 h 127713"/>
                <a:gd name="connsiteX1" fmla="*/ 108839 w 127713"/>
                <a:gd name="connsiteY1" fmla="*/ 63857 h 127713"/>
                <a:gd name="connsiteX2" fmla="*/ 63857 w 127713"/>
                <a:gd name="connsiteY2" fmla="*/ 108839 h 127713"/>
                <a:gd name="connsiteX3" fmla="*/ 18874 w 127713"/>
                <a:gd name="connsiteY3" fmla="*/ 63857 h 127713"/>
                <a:gd name="connsiteX4" fmla="*/ 63857 w 127713"/>
                <a:gd name="connsiteY4" fmla="*/ 18874 h 127713"/>
                <a:gd name="connsiteX5" fmla="*/ 63857 w 127713"/>
                <a:gd name="connsiteY5" fmla="*/ 0 h 127713"/>
                <a:gd name="connsiteX6" fmla="*/ 0 w 127713"/>
                <a:gd name="connsiteY6" fmla="*/ 63857 h 127713"/>
                <a:gd name="connsiteX7" fmla="*/ 63857 w 127713"/>
                <a:gd name="connsiteY7" fmla="*/ 127713 h 127713"/>
                <a:gd name="connsiteX8" fmla="*/ 127713 w 127713"/>
                <a:gd name="connsiteY8" fmla="*/ 63857 h 127713"/>
                <a:gd name="connsiteX9" fmla="*/ 63857 w 127713"/>
                <a:gd name="connsiteY9" fmla="*/ 0 h 127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3" h="127713">
                  <a:moveTo>
                    <a:pt x="63857" y="18874"/>
                  </a:moveTo>
                  <a:cubicBezTo>
                    <a:pt x="88700" y="18874"/>
                    <a:pt x="108839" y="39013"/>
                    <a:pt x="108839" y="63857"/>
                  </a:cubicBezTo>
                  <a:cubicBezTo>
                    <a:pt x="108839" y="88700"/>
                    <a:pt x="88700" y="108839"/>
                    <a:pt x="63857" y="108839"/>
                  </a:cubicBezTo>
                  <a:cubicBezTo>
                    <a:pt x="39013" y="108839"/>
                    <a:pt x="18874" y="88700"/>
                    <a:pt x="18874" y="63857"/>
                  </a:cubicBezTo>
                  <a:cubicBezTo>
                    <a:pt x="18898" y="39023"/>
                    <a:pt x="39023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3"/>
                    <a:pt x="63857" y="127713"/>
                  </a:cubicBezTo>
                  <a:cubicBezTo>
                    <a:pt x="99124" y="127713"/>
                    <a:pt x="127713" y="99124"/>
                    <a:pt x="127713" y="63857"/>
                  </a:cubicBezTo>
                  <a:cubicBezTo>
                    <a:pt x="127713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bg1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/>
            </a:p>
          </p:txBody>
        </p:sp>
      </p:grpSp>
      <p:cxnSp>
        <p:nvCxnSpPr>
          <p:cNvPr id="13" name="Gerader Verbinder 12">
            <a:extLst>
              <a:ext uri="{FF2B5EF4-FFF2-40B4-BE49-F238E27FC236}">
                <a16:creationId xmlns:a16="http://schemas.microsoft.com/office/drawing/2014/main" id="{9D0FE75D-ACD3-655E-58A7-8F2C182760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40664" y="3503032"/>
            <a:ext cx="0" cy="3346090"/>
          </a:xfrm>
          <a:prstGeom prst="line">
            <a:avLst/>
          </a:prstGeom>
          <a:ln w="25400" cap="sq">
            <a:solidFill>
              <a:schemeClr val="bg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1936263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969F227-D21C-48B3-828A-6BFA9585E8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136525"/>
            <a:ext cx="10515600" cy="1509713"/>
          </a:xfrm>
        </p:spPr>
        <p:txBody>
          <a:bodyPr rtlCol="0"/>
          <a:lstStyle>
            <a:defPPr>
              <a:defRPr lang="de-DE"/>
            </a:defPPr>
          </a:lstStyle>
          <a:p>
            <a:pPr rtl="0"/>
            <a:r>
              <a:rPr lang="de-DE"/>
              <a:t>Titel durch Klicken hinzufügen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7EBC03C0-6EB7-4633-967C-12C35768B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239000" y="6356350"/>
            <a:ext cx="4114800" cy="365125"/>
          </a:xfrm>
          <a:prstGeom prst="rect">
            <a:avLst/>
          </a:prstGeom>
        </p:spPr>
        <p:txBody>
          <a:bodyPr rtlCol="0"/>
          <a:lstStyle>
            <a:defPPr>
              <a:defRPr lang="de-DE"/>
            </a:defPPr>
          </a:lstStyle>
          <a:p>
            <a:pPr rtl="0"/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30FF4306-91CD-4B7B-8A53-34BE8F9975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4632" y="726630"/>
            <a:ext cx="520991" cy="517379"/>
          </a:xfrm>
        </p:spPr>
        <p:txBody>
          <a:bodyPr rtlCol="0"/>
          <a:lstStyle>
            <a:defPPr>
              <a:defRPr lang="de-DE"/>
            </a:defPPr>
          </a:lstStyle>
          <a:p>
            <a:pPr rtl="0"/>
            <a:fld id="{D8DA9DAA-006C-4F4B-980E-E3DF019B24E2}" type="slidenum">
              <a:rPr lang="de-DE" smtClean="0"/>
              <a:t>‹#›</a:t>
            </a:fld>
            <a:endParaRPr lang="de-DE"/>
          </a:p>
        </p:txBody>
      </p:sp>
      <p:cxnSp>
        <p:nvCxnSpPr>
          <p:cNvPr id="3" name="Gerader Verbinder 2">
            <a:extLst>
              <a:ext uri="{FF2B5EF4-FFF2-40B4-BE49-F238E27FC236}">
                <a16:creationId xmlns:a16="http://schemas.microsoft.com/office/drawing/2014/main" id="{B5B2B208-F5B9-0151-C982-A389CB0B29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15890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6329100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Gerader Verbinder 1">
            <a:extLst>
              <a:ext uri="{FF2B5EF4-FFF2-40B4-BE49-F238E27FC236}">
                <a16:creationId xmlns:a16="http://schemas.microsoft.com/office/drawing/2014/main" id="{20EEA6CA-DE1E-18ED-E69E-54A1372FE2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15890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2F973C81-5E94-41F6-CE15-3B4763B3AB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2C835B5C-F994-9D57-3118-919EE90F57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fld id="{D8DA9DAA-006C-4F4B-980E-E3DF019B24E2}" type="slidenum">
              <a:rPr lang="de-DE" smtClean="0"/>
              <a:pPr rtl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408676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0FDA4224-F4E4-47A4-ACF7-2317493908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5394" y="1"/>
            <a:ext cx="9918405" cy="1646237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defPPr>
              <a:defRPr lang="de-DE"/>
            </a:defPPr>
          </a:lstStyle>
          <a:p>
            <a:pPr rtl="0"/>
            <a:r>
              <a:rPr lang="de-DE"/>
              <a:t>Titelmasterformat durch Klicken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1679907-DC49-4B86-A34C-C97DBC26A9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35394" y="1825625"/>
            <a:ext cx="991840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de-DE"/>
            </a:defPPr>
          </a:lstStyle>
          <a:p>
            <a:pPr lvl="0" rtl="0"/>
            <a:r>
              <a:rPr lang="de-DE"/>
              <a:t>Textmasterformat durch Klicken bearbeiten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6C0E9BD-90BD-46AE-8A0D-06796ADB76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86121" y="726630"/>
            <a:ext cx="520991" cy="517379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ctr">
              <a:defRPr lang="de-DE" sz="1800" b="1" i="0" cap="all" spc="100" baseline="0">
                <a:solidFill>
                  <a:schemeClr val="accent2"/>
                </a:solidFill>
              </a:defRPr>
            </a:lvl1pPr>
          </a:lstStyle>
          <a:p>
            <a:pPr rtl="0"/>
            <a:fld id="{D8DA9DAA-006C-4F4B-980E-E3DF019B24E2}" type="slidenum">
              <a:rPr lang="de-DE" smtClean="0"/>
              <a:pPr rtl="0"/>
              <a:t>‹#›</a:t>
            </a:fld>
            <a:endParaRPr lang="de-DE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1EF1C86-6A9C-D287-D381-5634A69BF1C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435394" y="6356350"/>
            <a:ext cx="2743200" cy="365125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lvl1pPr algn="l">
              <a:defRPr lang="de-DE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r>
              <a:rPr lang="de-DE"/>
              <a:t>20XX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21B8477-3F24-EDCB-C8AC-84336363918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238999" y="6356350"/>
            <a:ext cx="4114800" cy="365125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lang="de-DE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997138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8" r:id="rId1"/>
    <p:sldLayoutId id="2147483717" r:id="rId2"/>
    <p:sldLayoutId id="2147483728" r:id="rId3"/>
    <p:sldLayoutId id="2147483729" r:id="rId4"/>
    <p:sldLayoutId id="2147483710" r:id="rId5"/>
    <p:sldLayoutId id="2147483727" r:id="rId6"/>
    <p:sldLayoutId id="2147483701" r:id="rId7"/>
    <p:sldLayoutId id="2147483721" r:id="rId8"/>
    <p:sldLayoutId id="2147483720" r:id="rId9"/>
    <p:sldLayoutId id="2147483730" r:id="rId10"/>
    <p:sldLayoutId id="2147483722" r:id="rId11"/>
    <p:sldLayoutId id="2147483698" r:id="rId12"/>
    <p:sldLayoutId id="2147483732" r:id="rId13"/>
    <p:sldLayoutId id="2147483702" r:id="rId14"/>
    <p:sldLayoutId id="2147483703" r:id="rId15"/>
  </p:sldLayoutIdLst>
  <p:hf sldNum="0" hdr="0" ftr="0"/>
  <p:txStyles>
    <p:titleStyle>
      <a:lvl1pPr algn="l" defTabSz="914400" rtl="0" eaLnBrk="1" latinLnBrk="0" hangingPunct="1">
        <a:lnSpc>
          <a:spcPts val="4000"/>
        </a:lnSpc>
        <a:spcBef>
          <a:spcPct val="0"/>
        </a:spcBef>
        <a:buNone/>
        <a:defRPr lang="de-DE"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lang="de-DE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de-DE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de-DE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de-DE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de-DE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de-DE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de-DE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de-DE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de-DE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lang="de-DE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lang="de-DE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lang="de-DE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lang="de-DE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lang="de-DE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lang="de-DE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lang="de-DE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lang="de-DE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lang="de-DE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7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9.png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2.sv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.sv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6.svg"/><Relationship Id="rId7" Type="http://schemas.openxmlformats.org/officeDocument/2006/relationships/image" Target="../media/image1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5.png"/><Relationship Id="rId11" Type="http://schemas.openxmlformats.org/officeDocument/2006/relationships/image" Target="../media/image20.svg"/><Relationship Id="rId5" Type="http://schemas.openxmlformats.org/officeDocument/2006/relationships/image" Target="../media/image14.svg"/><Relationship Id="rId10" Type="http://schemas.openxmlformats.org/officeDocument/2006/relationships/image" Target="../media/image19.png"/><Relationship Id="rId4" Type="http://schemas.openxmlformats.org/officeDocument/2006/relationships/image" Target="../media/image13.png"/><Relationship Id="rId9" Type="http://schemas.openxmlformats.org/officeDocument/2006/relationships/image" Target="../media/image18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23.svg"/><Relationship Id="rId4" Type="http://schemas.openxmlformats.org/officeDocument/2006/relationships/image" Target="../media/image22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7" Type="http://schemas.openxmlformats.org/officeDocument/2006/relationships/image" Target="../media/image30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9.png"/><Relationship Id="rId5" Type="http://schemas.openxmlformats.org/officeDocument/2006/relationships/image" Target="../media/image28.svg"/><Relationship Id="rId4" Type="http://schemas.openxmlformats.org/officeDocument/2006/relationships/image" Target="../media/image2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33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4.sv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36.svg"/><Relationship Id="rId4" Type="http://schemas.openxmlformats.org/officeDocument/2006/relationships/image" Target="../media/image3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3A9968B-2619-4F71-AB00-4C493E1208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0159" y="357809"/>
            <a:ext cx="7983110" cy="3080335"/>
          </a:xfrm>
        </p:spPr>
        <p:txBody>
          <a:bodyPr rtlCol="0"/>
          <a:lstStyle>
            <a:defPPr>
              <a:defRPr lang="de-DE"/>
            </a:defPPr>
          </a:lstStyle>
          <a:p>
            <a:pPr rtl="0"/>
            <a:r>
              <a:rPr lang="de-DE" err="1"/>
              <a:t>Melodia</a:t>
            </a:r>
            <a:br>
              <a:rPr lang="de-DE"/>
            </a:br>
            <a:r>
              <a:rPr lang="de-DE" err="1"/>
              <a:t>Feel</a:t>
            </a:r>
            <a:r>
              <a:rPr lang="de-DE"/>
              <a:t> </a:t>
            </a:r>
            <a:r>
              <a:rPr lang="de-DE" err="1"/>
              <a:t>the</a:t>
            </a:r>
            <a:r>
              <a:rPr lang="de-DE"/>
              <a:t> </a:t>
            </a:r>
            <a:r>
              <a:rPr lang="de-DE" err="1"/>
              <a:t>Rythm</a:t>
            </a:r>
            <a:r>
              <a:rPr lang="de-DE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29554030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FF243DF-1FE9-01BE-435F-1729F4AB3D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16544" y="-524485"/>
            <a:ext cx="5918072" cy="3304725"/>
          </a:xfrm>
        </p:spPr>
        <p:txBody>
          <a:bodyPr rtlCol="0"/>
          <a:lstStyle>
            <a:defPPr>
              <a:defRPr lang="de-DE"/>
            </a:defPPr>
          </a:lstStyle>
          <a:p>
            <a:pPr rtl="0"/>
            <a:r>
              <a:rPr lang="de-DE"/>
              <a:t>Agenda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BFAF7377-87AF-3A8C-539C-8A9651F5DA3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116548" y="3001992"/>
            <a:ext cx="5918068" cy="3304726"/>
          </a:xfrm>
        </p:spPr>
        <p:txBody>
          <a:bodyPr rtlCol="0">
            <a:normAutofit/>
          </a:bodyPr>
          <a:lstStyle>
            <a:defPPr>
              <a:defRPr lang="de-DE"/>
            </a:defPPr>
          </a:lstStyle>
          <a:p>
            <a:pPr rtl="0"/>
            <a:r>
              <a:rPr lang="de-DE"/>
              <a:t>Die Idee – 1</a:t>
            </a:r>
          </a:p>
          <a:p>
            <a:pPr rtl="0"/>
            <a:r>
              <a:rPr lang="de-DE"/>
              <a:t>Das Projektteam - 2</a:t>
            </a:r>
          </a:p>
          <a:p>
            <a:pPr rtl="0"/>
            <a:r>
              <a:rPr lang="de-DE"/>
              <a:t>Technische Umsetzung - 3</a:t>
            </a:r>
          </a:p>
          <a:p>
            <a:pPr rtl="0"/>
            <a:r>
              <a:rPr lang="de-DE"/>
              <a:t>Aktueller Stand – 4</a:t>
            </a:r>
          </a:p>
          <a:p>
            <a:r>
              <a:rPr lang="de-DE"/>
              <a:t>Design - 5</a:t>
            </a:r>
          </a:p>
          <a:p>
            <a:r>
              <a:rPr lang="de-DE"/>
              <a:t>Live Demo - 6</a:t>
            </a:r>
          </a:p>
          <a:p>
            <a:r>
              <a:rPr lang="de-DE"/>
              <a:t>Blick in die Zukunft - 7</a:t>
            </a:r>
          </a:p>
          <a:p>
            <a:pPr rtl="0"/>
            <a:endParaRPr lang="de-DE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DBC8C4A6-7E07-589D-A5FF-356F3D645BB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571626" y="2929612"/>
            <a:ext cx="3009000" cy="3040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78128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15A33F-C7CB-8D7A-0C35-3FD3027485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57EDE6C-E9B2-9CE6-65F8-8D2731D3CE3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r>
              <a:rPr lang="de-DE"/>
              <a:t>Die Idee</a:t>
            </a: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8455B39F-1ED2-D546-ECCB-E7D49508B6D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53072" y="3152591"/>
            <a:ext cx="3342422" cy="3377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69398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A66204B-AA52-F115-4EBD-DA877DE7F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Die Idee</a:t>
            </a:r>
            <a:endParaRPr lang="de-AT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B41CD0A8-403C-C644-6ADE-F1A55B828E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buFontTx/>
              <a:buChar char="-"/>
            </a:pPr>
            <a:r>
              <a:rPr lang="de-DE"/>
              <a:t>Web-Anwendung – Spiel, um Songs zu erraten</a:t>
            </a:r>
          </a:p>
          <a:p>
            <a:pPr marL="285750" indent="-285750">
              <a:buFontTx/>
              <a:buChar char="-"/>
            </a:pPr>
            <a:r>
              <a:rPr lang="de-DE"/>
              <a:t>Nutzer hört kurzen Ausschnitt → muss Titel erraten</a:t>
            </a:r>
          </a:p>
          <a:p>
            <a:pPr marL="285750" indent="-285750">
              <a:buFontTx/>
              <a:buChar char="-"/>
            </a:pPr>
            <a:r>
              <a:rPr lang="de-AT"/>
              <a:t>Punkte- und Zeitbasiertes Spielsystem</a:t>
            </a:r>
          </a:p>
          <a:p>
            <a:pPr marL="285750" indent="-285750">
              <a:buFontTx/>
              <a:buChar char="-"/>
            </a:pPr>
            <a:r>
              <a:rPr lang="de-AT"/>
              <a:t>Mit Leaderboard und hervorgehobenen Highscores</a:t>
            </a:r>
          </a:p>
          <a:p>
            <a:pPr marL="285750" indent="-285750">
              <a:buFontTx/>
              <a:buChar char="-"/>
            </a:pPr>
            <a:endParaRPr lang="de-DE"/>
          </a:p>
          <a:p>
            <a:pPr marL="285750" indent="-285750">
              <a:buFontTx/>
              <a:buChar char="-"/>
            </a:pPr>
            <a:endParaRPr lang="de-AT"/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80FA2A57-B0AB-A23F-DD1C-E82B689331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71818" y="890246"/>
            <a:ext cx="2089749" cy="2111746"/>
          </a:xfrm>
          <a:prstGeom prst="rect">
            <a:avLst/>
          </a:prstGeom>
        </p:spPr>
      </p:pic>
      <p:pic>
        <p:nvPicPr>
          <p:cNvPr id="5" name="Grafik 4" descr="Tanzen mit einfarbiger Füllung">
            <a:extLst>
              <a:ext uri="{FF2B5EF4-FFF2-40B4-BE49-F238E27FC236}">
                <a16:creationId xmlns:a16="http://schemas.microsoft.com/office/drawing/2014/main" id="{7B950E56-E6F4-2D68-EE5C-380AA83D09D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665591">
            <a:off x="7534774" y="4398013"/>
            <a:ext cx="1781810" cy="1781810"/>
          </a:xfrm>
          <a:prstGeom prst="rect">
            <a:avLst/>
          </a:prstGeom>
        </p:spPr>
      </p:pic>
      <p:pic>
        <p:nvPicPr>
          <p:cNvPr id="7" name="Grafik 6" descr="Gehirn im Kopf Silhouette">
            <a:extLst>
              <a:ext uri="{FF2B5EF4-FFF2-40B4-BE49-F238E27FC236}">
                <a16:creationId xmlns:a16="http://schemas.microsoft.com/office/drawing/2014/main" id="{0F1D806A-E6CA-F733-7715-524F160B818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708776" y="4206240"/>
            <a:ext cx="2034400" cy="203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65236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669A05-78F6-EF7D-EA63-D54016749D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C99A83D-AF6E-7178-2B3F-08DAB16626A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r>
              <a:rPr lang="de-DE"/>
              <a:t>Das Projektteam</a:t>
            </a: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E5B599F3-4532-7723-8CE6-40DA1A60F4A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53072" y="3152591"/>
            <a:ext cx="3342422" cy="3377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4715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BDCEFF-253E-E3C6-8C36-D4540B4637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7F97A40-748E-D326-8FC8-FDF475AAB4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Das </a:t>
            </a:r>
            <a:r>
              <a:rPr lang="de-DE" err="1"/>
              <a:t>Projekteam</a:t>
            </a:r>
            <a:endParaRPr lang="de-AT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91CAF0F5-0B60-83BE-EF80-F19A63A3D8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buFontTx/>
              <a:buChar char="-"/>
            </a:pPr>
            <a:r>
              <a:rPr lang="de-DE"/>
              <a:t>PL – Linus Wörndle</a:t>
            </a:r>
          </a:p>
          <a:p>
            <a:pPr marL="514350" lvl="1" indent="-285750">
              <a:buFontTx/>
              <a:buChar char="-"/>
            </a:pPr>
            <a:r>
              <a:rPr lang="de-AT"/>
              <a:t>Frontend und Backend</a:t>
            </a:r>
          </a:p>
          <a:p>
            <a:pPr marL="285750" indent="-285750">
              <a:buFontTx/>
              <a:buChar char="-"/>
            </a:pPr>
            <a:r>
              <a:rPr lang="de-AT"/>
              <a:t>PTM - Christian </a:t>
            </a:r>
            <a:r>
              <a:rPr lang="de-AT" err="1"/>
              <a:t>Schallner</a:t>
            </a:r>
            <a:endParaRPr lang="de-AT"/>
          </a:p>
          <a:p>
            <a:pPr marL="514350" lvl="1" indent="-285750">
              <a:buFontTx/>
              <a:buChar char="-"/>
            </a:pPr>
            <a:r>
              <a:rPr lang="de-AT"/>
              <a:t>Backend</a:t>
            </a:r>
          </a:p>
          <a:p>
            <a:pPr marL="285750" indent="-285750">
              <a:buFontTx/>
              <a:buChar char="-"/>
            </a:pPr>
            <a:r>
              <a:rPr lang="de-AT"/>
              <a:t>PTM – Fabian Lampert</a:t>
            </a:r>
          </a:p>
          <a:p>
            <a:pPr marL="514350" lvl="1" indent="-285750">
              <a:buFontTx/>
              <a:buChar char="-"/>
            </a:pPr>
            <a:r>
              <a:rPr lang="de-AT"/>
              <a:t>Frontend</a:t>
            </a:r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59294DBC-1937-3342-EB73-160D121CE2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71818" y="890246"/>
            <a:ext cx="2089749" cy="2111746"/>
          </a:xfrm>
          <a:prstGeom prst="rect">
            <a:avLst/>
          </a:prstGeom>
        </p:spPr>
      </p:pic>
      <p:pic>
        <p:nvPicPr>
          <p:cNvPr id="6" name="Grafik 5" descr="Sitzungssaal Silhouette">
            <a:extLst>
              <a:ext uri="{FF2B5EF4-FFF2-40B4-BE49-F238E27FC236}">
                <a16:creationId xmlns:a16="http://schemas.microsoft.com/office/drawing/2014/main" id="{FE203E54-A4E8-8B60-B119-326DB72090D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442385" y="2408208"/>
            <a:ext cx="1633268" cy="1633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1396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99187B-76F4-E670-F3A4-B0BFDA43DB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69F57EE-6C25-BE8A-66D7-BB62ED7677E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rtlCol="0"/>
          <a:lstStyle>
            <a:defPPr>
              <a:defRPr lang="de-DE"/>
            </a:defPPr>
          </a:lstStyle>
          <a:p>
            <a:r>
              <a:rPr lang="de-DE"/>
              <a:t>Technische Umsetzung</a:t>
            </a: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39B58F6C-227F-B795-863D-B22FF3BB9AE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53072" y="3152591"/>
            <a:ext cx="3342422" cy="3377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49789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5CC119-4D66-584F-50CA-811DF3EF7A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7E979E8-A28B-B13D-9128-53EAF67C9B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Technische Umsetzung</a:t>
            </a:r>
            <a:endParaRPr lang="de-AT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D61925F8-F32B-95FC-1B36-01B7FC51B0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buFontTx/>
              <a:buChar char="-"/>
            </a:pPr>
            <a:r>
              <a:rPr lang="de-DE"/>
              <a:t>Tech-Stack: </a:t>
            </a:r>
          </a:p>
          <a:p>
            <a:pPr marL="514350" lvl="1" indent="-285750">
              <a:buFontTx/>
              <a:buChar char="-"/>
            </a:pPr>
            <a:r>
              <a:rPr lang="de-DE"/>
              <a:t>Frontend: Vue.js</a:t>
            </a:r>
          </a:p>
          <a:p>
            <a:pPr marL="514350" lvl="1" indent="-285750">
              <a:buFontTx/>
              <a:buChar char="-"/>
            </a:pPr>
            <a:r>
              <a:rPr lang="de-DE"/>
              <a:t>Backend: Express.js</a:t>
            </a:r>
          </a:p>
          <a:p>
            <a:pPr marL="514350" lvl="1" indent="-285750">
              <a:buFontTx/>
              <a:buChar char="-"/>
            </a:pPr>
            <a:r>
              <a:rPr lang="de-DE"/>
              <a:t>Datenbank: MongoDB</a:t>
            </a:r>
          </a:p>
          <a:p>
            <a:pPr marL="285750" indent="-285750">
              <a:buFontTx/>
              <a:buChar char="-"/>
            </a:pPr>
            <a:r>
              <a:rPr lang="de-DE"/>
              <a:t>Ursprünglich geplant: Spotify API</a:t>
            </a:r>
          </a:p>
          <a:p>
            <a:pPr marL="285750" indent="-285750">
              <a:buFontTx/>
              <a:buChar char="-"/>
            </a:pPr>
            <a:r>
              <a:rPr lang="de-DE"/>
              <a:t>Vorübergehende Lösung: lokale .mp3 Dateien eingebunden</a:t>
            </a:r>
          </a:p>
          <a:p>
            <a:pPr marL="285750" indent="-285750">
              <a:buFontTx/>
              <a:buChar char="-"/>
            </a:pPr>
            <a:r>
              <a:rPr lang="de-DE"/>
              <a:t>Suche nach alternativer API</a:t>
            </a:r>
          </a:p>
          <a:p>
            <a:pPr marL="285750" indent="-285750">
              <a:buFontTx/>
              <a:buChar char="-"/>
            </a:pPr>
            <a:endParaRPr lang="de-DE"/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3874CDF6-7B54-CAD9-BA2C-B3B5BED9310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71818" y="890246"/>
            <a:ext cx="2089749" cy="2111746"/>
          </a:xfrm>
          <a:prstGeom prst="rect">
            <a:avLst/>
          </a:prstGeom>
        </p:spPr>
      </p:pic>
      <p:pic>
        <p:nvPicPr>
          <p:cNvPr id="5" name="Grafik 4" descr="Datenbank Silhouette">
            <a:extLst>
              <a:ext uri="{FF2B5EF4-FFF2-40B4-BE49-F238E27FC236}">
                <a16:creationId xmlns:a16="http://schemas.microsoft.com/office/drawing/2014/main" id="{7CBD705B-A0C7-4B37-7338-EFF0C79A5FB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191909" y="5722268"/>
            <a:ext cx="792550" cy="792550"/>
          </a:xfrm>
          <a:prstGeom prst="rect">
            <a:avLst/>
          </a:prstGeom>
        </p:spPr>
      </p:pic>
      <p:pic>
        <p:nvPicPr>
          <p:cNvPr id="7" name="Grafik 6" descr="Prioritäten mit einfarbiger Füllung">
            <a:extLst>
              <a:ext uri="{FF2B5EF4-FFF2-40B4-BE49-F238E27FC236}">
                <a16:creationId xmlns:a16="http://schemas.microsoft.com/office/drawing/2014/main" id="{3F252861-3F64-9937-284A-63841DB4774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12160" y="3798988"/>
            <a:ext cx="3009064" cy="3009064"/>
          </a:xfrm>
          <a:prstGeom prst="rect">
            <a:avLst/>
          </a:prstGeom>
        </p:spPr>
      </p:pic>
      <p:pic>
        <p:nvPicPr>
          <p:cNvPr id="9" name="Grafik 8" descr="Server mit einfarbiger Füllung">
            <a:extLst>
              <a:ext uri="{FF2B5EF4-FFF2-40B4-BE49-F238E27FC236}">
                <a16:creationId xmlns:a16="http://schemas.microsoft.com/office/drawing/2014/main" id="{87F4C48F-8E7F-99FD-5F23-1CB802271A2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234348" y="5010150"/>
            <a:ext cx="707672" cy="707672"/>
          </a:xfrm>
          <a:prstGeom prst="rect">
            <a:avLst/>
          </a:prstGeom>
        </p:spPr>
      </p:pic>
      <p:pic>
        <p:nvPicPr>
          <p:cNvPr id="12" name="Grafik 11" descr="Monitor mit einfarbiger Füllung">
            <a:extLst>
              <a:ext uri="{FF2B5EF4-FFF2-40B4-BE49-F238E27FC236}">
                <a16:creationId xmlns:a16="http://schemas.microsoft.com/office/drawing/2014/main" id="{E515A999-BEB6-D153-E859-F063A64F7379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3252834" y="4206240"/>
            <a:ext cx="670700" cy="670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36321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6B18A8-3662-0FC7-8430-6833ED9BC5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E3CCD1A-D342-DBB1-33E7-7649ACBF304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r>
              <a:rPr lang="de-DE"/>
              <a:t>Aktueller Stand</a:t>
            </a: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0F4A1AB8-27A9-86E4-6B3F-FCB66A73611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53072" y="3152591"/>
            <a:ext cx="3342422" cy="3377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70291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B8D003-9EFA-678E-5D87-EC25AB0155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Freihandform: Form 17">
            <a:extLst>
              <a:ext uri="{FF2B5EF4-FFF2-40B4-BE49-F238E27FC236}">
                <a16:creationId xmlns:a16="http://schemas.microsoft.com/office/drawing/2014/main" id="{542FFD8A-25DA-F17A-3A5C-63B26A6C83BE}"/>
              </a:ext>
            </a:extLst>
          </p:cNvPr>
          <p:cNvSpPr/>
          <p:nvPr/>
        </p:nvSpPr>
        <p:spPr>
          <a:xfrm>
            <a:off x="5426868" y="4821253"/>
            <a:ext cx="1911528" cy="2943238"/>
          </a:xfrm>
          <a:custGeom>
            <a:avLst/>
            <a:gdLst>
              <a:gd name="connsiteX0" fmla="*/ 2694047 w 2696269"/>
              <a:gd name="connsiteY0" fmla="*/ 707400 h 2937300"/>
              <a:gd name="connsiteX1" fmla="*/ 2506386 w 2696269"/>
              <a:gd name="connsiteY1" fmla="*/ 573182 h 2937300"/>
              <a:gd name="connsiteX2" fmla="*/ 2149422 w 2696269"/>
              <a:gd name="connsiteY2" fmla="*/ 632743 h 2937300"/>
              <a:gd name="connsiteX3" fmla="*/ 2000518 w 2696269"/>
              <a:gd name="connsiteY3" fmla="*/ 233760 h 2937300"/>
              <a:gd name="connsiteX4" fmla="*/ 1347784 w 2696269"/>
              <a:gd name="connsiteY4" fmla="*/ 0 h 2937300"/>
              <a:gd name="connsiteX5" fmla="*/ 698722 w 2696269"/>
              <a:gd name="connsiteY5" fmla="*/ 233760 h 2937300"/>
              <a:gd name="connsiteX6" fmla="*/ 548593 w 2696269"/>
              <a:gd name="connsiteY6" fmla="*/ 632743 h 2937300"/>
              <a:gd name="connsiteX7" fmla="*/ 191630 w 2696269"/>
              <a:gd name="connsiteY7" fmla="*/ 573182 h 2937300"/>
              <a:gd name="connsiteX8" fmla="*/ 2521 w 2696269"/>
              <a:gd name="connsiteY8" fmla="*/ 705454 h 2937300"/>
              <a:gd name="connsiteX9" fmla="*/ 134797 w 2696269"/>
              <a:gd name="connsiteY9" fmla="*/ 894563 h 2937300"/>
              <a:gd name="connsiteX10" fmla="*/ 137779 w 2696269"/>
              <a:gd name="connsiteY10" fmla="*/ 895061 h 2937300"/>
              <a:gd name="connsiteX11" fmla="*/ 627329 w 2696269"/>
              <a:gd name="connsiteY11" fmla="*/ 976652 h 2937300"/>
              <a:gd name="connsiteX12" fmla="*/ 654255 w 2696269"/>
              <a:gd name="connsiteY12" fmla="*/ 979100 h 2937300"/>
              <a:gd name="connsiteX13" fmla="*/ 807239 w 2696269"/>
              <a:gd name="connsiteY13" fmla="*/ 873031 h 2937300"/>
              <a:gd name="connsiteX14" fmla="*/ 907597 w 2696269"/>
              <a:gd name="connsiteY14" fmla="*/ 604187 h 2937300"/>
              <a:gd name="connsiteX15" fmla="*/ 939826 w 2696269"/>
              <a:gd name="connsiteY15" fmla="*/ 618465 h 2937300"/>
              <a:gd name="connsiteX16" fmla="*/ 939826 w 2696269"/>
              <a:gd name="connsiteY16" fmla="*/ 2937301 h 2937300"/>
              <a:gd name="connsiteX17" fmla="*/ 1266192 w 2696269"/>
              <a:gd name="connsiteY17" fmla="*/ 2937301 h 2937300"/>
              <a:gd name="connsiteX18" fmla="*/ 1266192 w 2696269"/>
              <a:gd name="connsiteY18" fmla="*/ 1468650 h 2937300"/>
              <a:gd name="connsiteX19" fmla="*/ 1429376 w 2696269"/>
              <a:gd name="connsiteY19" fmla="*/ 1468650 h 2937300"/>
              <a:gd name="connsiteX20" fmla="*/ 1429376 w 2696269"/>
              <a:gd name="connsiteY20" fmla="*/ 2937301 h 2937300"/>
              <a:gd name="connsiteX21" fmla="*/ 1755742 w 2696269"/>
              <a:gd name="connsiteY21" fmla="*/ 2937301 h 2937300"/>
              <a:gd name="connsiteX22" fmla="*/ 1755742 w 2696269"/>
              <a:gd name="connsiteY22" fmla="*/ 618873 h 2937300"/>
              <a:gd name="connsiteX23" fmla="*/ 1790011 w 2696269"/>
              <a:gd name="connsiteY23" fmla="*/ 603778 h 2937300"/>
              <a:gd name="connsiteX24" fmla="*/ 1890777 w 2696269"/>
              <a:gd name="connsiteY24" fmla="*/ 873031 h 2937300"/>
              <a:gd name="connsiteX25" fmla="*/ 2043353 w 2696269"/>
              <a:gd name="connsiteY25" fmla="*/ 979100 h 2937300"/>
              <a:gd name="connsiteX26" fmla="*/ 2070278 w 2696269"/>
              <a:gd name="connsiteY26" fmla="*/ 976652 h 2937300"/>
              <a:gd name="connsiteX27" fmla="*/ 2559829 w 2696269"/>
              <a:gd name="connsiteY27" fmla="*/ 895061 h 2937300"/>
              <a:gd name="connsiteX28" fmla="*/ 2694047 w 2696269"/>
              <a:gd name="connsiteY28" fmla="*/ 707400 h 2937300"/>
              <a:gd name="connsiteX0" fmla="*/ 2694047 w 2696269"/>
              <a:gd name="connsiteY0" fmla="*/ 713337 h 2943238"/>
              <a:gd name="connsiteX1" fmla="*/ 2506386 w 2696269"/>
              <a:gd name="connsiteY1" fmla="*/ 579119 h 2943238"/>
              <a:gd name="connsiteX2" fmla="*/ 2149422 w 2696269"/>
              <a:gd name="connsiteY2" fmla="*/ 638680 h 2943238"/>
              <a:gd name="connsiteX3" fmla="*/ 1657618 w 2696269"/>
              <a:gd name="connsiteY3" fmla="*/ 360347 h 2943238"/>
              <a:gd name="connsiteX4" fmla="*/ 1347784 w 2696269"/>
              <a:gd name="connsiteY4" fmla="*/ 5937 h 2943238"/>
              <a:gd name="connsiteX5" fmla="*/ 698722 w 2696269"/>
              <a:gd name="connsiteY5" fmla="*/ 239697 h 2943238"/>
              <a:gd name="connsiteX6" fmla="*/ 548593 w 2696269"/>
              <a:gd name="connsiteY6" fmla="*/ 638680 h 2943238"/>
              <a:gd name="connsiteX7" fmla="*/ 191630 w 2696269"/>
              <a:gd name="connsiteY7" fmla="*/ 579119 h 2943238"/>
              <a:gd name="connsiteX8" fmla="*/ 2521 w 2696269"/>
              <a:gd name="connsiteY8" fmla="*/ 711391 h 2943238"/>
              <a:gd name="connsiteX9" fmla="*/ 134797 w 2696269"/>
              <a:gd name="connsiteY9" fmla="*/ 900500 h 2943238"/>
              <a:gd name="connsiteX10" fmla="*/ 137779 w 2696269"/>
              <a:gd name="connsiteY10" fmla="*/ 900998 h 2943238"/>
              <a:gd name="connsiteX11" fmla="*/ 627329 w 2696269"/>
              <a:gd name="connsiteY11" fmla="*/ 982589 h 2943238"/>
              <a:gd name="connsiteX12" fmla="*/ 654255 w 2696269"/>
              <a:gd name="connsiteY12" fmla="*/ 985037 h 2943238"/>
              <a:gd name="connsiteX13" fmla="*/ 807239 w 2696269"/>
              <a:gd name="connsiteY13" fmla="*/ 878968 h 2943238"/>
              <a:gd name="connsiteX14" fmla="*/ 907597 w 2696269"/>
              <a:gd name="connsiteY14" fmla="*/ 610124 h 2943238"/>
              <a:gd name="connsiteX15" fmla="*/ 939826 w 2696269"/>
              <a:gd name="connsiteY15" fmla="*/ 624402 h 2943238"/>
              <a:gd name="connsiteX16" fmla="*/ 939826 w 2696269"/>
              <a:gd name="connsiteY16" fmla="*/ 2943238 h 2943238"/>
              <a:gd name="connsiteX17" fmla="*/ 1266192 w 2696269"/>
              <a:gd name="connsiteY17" fmla="*/ 2943238 h 2943238"/>
              <a:gd name="connsiteX18" fmla="*/ 1266192 w 2696269"/>
              <a:gd name="connsiteY18" fmla="*/ 1474587 h 2943238"/>
              <a:gd name="connsiteX19" fmla="*/ 1429376 w 2696269"/>
              <a:gd name="connsiteY19" fmla="*/ 1474587 h 2943238"/>
              <a:gd name="connsiteX20" fmla="*/ 1429376 w 2696269"/>
              <a:gd name="connsiteY20" fmla="*/ 2943238 h 2943238"/>
              <a:gd name="connsiteX21" fmla="*/ 1755742 w 2696269"/>
              <a:gd name="connsiteY21" fmla="*/ 2943238 h 2943238"/>
              <a:gd name="connsiteX22" fmla="*/ 1755742 w 2696269"/>
              <a:gd name="connsiteY22" fmla="*/ 624810 h 2943238"/>
              <a:gd name="connsiteX23" fmla="*/ 1790011 w 2696269"/>
              <a:gd name="connsiteY23" fmla="*/ 609715 h 2943238"/>
              <a:gd name="connsiteX24" fmla="*/ 1890777 w 2696269"/>
              <a:gd name="connsiteY24" fmla="*/ 878968 h 2943238"/>
              <a:gd name="connsiteX25" fmla="*/ 2043353 w 2696269"/>
              <a:gd name="connsiteY25" fmla="*/ 985037 h 2943238"/>
              <a:gd name="connsiteX26" fmla="*/ 2070278 w 2696269"/>
              <a:gd name="connsiteY26" fmla="*/ 982589 h 2943238"/>
              <a:gd name="connsiteX27" fmla="*/ 2559829 w 2696269"/>
              <a:gd name="connsiteY27" fmla="*/ 900998 h 2943238"/>
              <a:gd name="connsiteX28" fmla="*/ 2694047 w 2696269"/>
              <a:gd name="connsiteY28" fmla="*/ 713337 h 2943238"/>
              <a:gd name="connsiteX0" fmla="*/ 2694047 w 2748812"/>
              <a:gd name="connsiteY0" fmla="*/ 713337 h 2943238"/>
              <a:gd name="connsiteX1" fmla="*/ 1661836 w 2748812"/>
              <a:gd name="connsiteY1" fmla="*/ 344169 h 2943238"/>
              <a:gd name="connsiteX2" fmla="*/ 2149422 w 2748812"/>
              <a:gd name="connsiteY2" fmla="*/ 638680 h 2943238"/>
              <a:gd name="connsiteX3" fmla="*/ 1657618 w 2748812"/>
              <a:gd name="connsiteY3" fmla="*/ 360347 h 2943238"/>
              <a:gd name="connsiteX4" fmla="*/ 1347784 w 2748812"/>
              <a:gd name="connsiteY4" fmla="*/ 5937 h 2943238"/>
              <a:gd name="connsiteX5" fmla="*/ 698722 w 2748812"/>
              <a:gd name="connsiteY5" fmla="*/ 239697 h 2943238"/>
              <a:gd name="connsiteX6" fmla="*/ 548593 w 2748812"/>
              <a:gd name="connsiteY6" fmla="*/ 638680 h 2943238"/>
              <a:gd name="connsiteX7" fmla="*/ 191630 w 2748812"/>
              <a:gd name="connsiteY7" fmla="*/ 579119 h 2943238"/>
              <a:gd name="connsiteX8" fmla="*/ 2521 w 2748812"/>
              <a:gd name="connsiteY8" fmla="*/ 711391 h 2943238"/>
              <a:gd name="connsiteX9" fmla="*/ 134797 w 2748812"/>
              <a:gd name="connsiteY9" fmla="*/ 900500 h 2943238"/>
              <a:gd name="connsiteX10" fmla="*/ 137779 w 2748812"/>
              <a:gd name="connsiteY10" fmla="*/ 900998 h 2943238"/>
              <a:gd name="connsiteX11" fmla="*/ 627329 w 2748812"/>
              <a:gd name="connsiteY11" fmla="*/ 982589 h 2943238"/>
              <a:gd name="connsiteX12" fmla="*/ 654255 w 2748812"/>
              <a:gd name="connsiteY12" fmla="*/ 985037 h 2943238"/>
              <a:gd name="connsiteX13" fmla="*/ 807239 w 2748812"/>
              <a:gd name="connsiteY13" fmla="*/ 878968 h 2943238"/>
              <a:gd name="connsiteX14" fmla="*/ 907597 w 2748812"/>
              <a:gd name="connsiteY14" fmla="*/ 610124 h 2943238"/>
              <a:gd name="connsiteX15" fmla="*/ 939826 w 2748812"/>
              <a:gd name="connsiteY15" fmla="*/ 624402 h 2943238"/>
              <a:gd name="connsiteX16" fmla="*/ 939826 w 2748812"/>
              <a:gd name="connsiteY16" fmla="*/ 2943238 h 2943238"/>
              <a:gd name="connsiteX17" fmla="*/ 1266192 w 2748812"/>
              <a:gd name="connsiteY17" fmla="*/ 2943238 h 2943238"/>
              <a:gd name="connsiteX18" fmla="*/ 1266192 w 2748812"/>
              <a:gd name="connsiteY18" fmla="*/ 1474587 h 2943238"/>
              <a:gd name="connsiteX19" fmla="*/ 1429376 w 2748812"/>
              <a:gd name="connsiteY19" fmla="*/ 1474587 h 2943238"/>
              <a:gd name="connsiteX20" fmla="*/ 1429376 w 2748812"/>
              <a:gd name="connsiteY20" fmla="*/ 2943238 h 2943238"/>
              <a:gd name="connsiteX21" fmla="*/ 1755742 w 2748812"/>
              <a:gd name="connsiteY21" fmla="*/ 2943238 h 2943238"/>
              <a:gd name="connsiteX22" fmla="*/ 1755742 w 2748812"/>
              <a:gd name="connsiteY22" fmla="*/ 624810 h 2943238"/>
              <a:gd name="connsiteX23" fmla="*/ 1790011 w 2748812"/>
              <a:gd name="connsiteY23" fmla="*/ 609715 h 2943238"/>
              <a:gd name="connsiteX24" fmla="*/ 1890777 w 2748812"/>
              <a:gd name="connsiteY24" fmla="*/ 878968 h 2943238"/>
              <a:gd name="connsiteX25" fmla="*/ 2043353 w 2748812"/>
              <a:gd name="connsiteY25" fmla="*/ 985037 h 2943238"/>
              <a:gd name="connsiteX26" fmla="*/ 2070278 w 2748812"/>
              <a:gd name="connsiteY26" fmla="*/ 982589 h 2943238"/>
              <a:gd name="connsiteX27" fmla="*/ 2559829 w 2748812"/>
              <a:gd name="connsiteY27" fmla="*/ 900998 h 2943238"/>
              <a:gd name="connsiteX28" fmla="*/ 2694047 w 2748812"/>
              <a:gd name="connsiteY28" fmla="*/ 713337 h 2943238"/>
              <a:gd name="connsiteX0" fmla="*/ 1722497 w 2566890"/>
              <a:gd name="connsiteY0" fmla="*/ 376787 h 2943238"/>
              <a:gd name="connsiteX1" fmla="*/ 1661836 w 2566890"/>
              <a:gd name="connsiteY1" fmla="*/ 344169 h 2943238"/>
              <a:gd name="connsiteX2" fmla="*/ 2149422 w 2566890"/>
              <a:gd name="connsiteY2" fmla="*/ 638680 h 2943238"/>
              <a:gd name="connsiteX3" fmla="*/ 1657618 w 2566890"/>
              <a:gd name="connsiteY3" fmla="*/ 360347 h 2943238"/>
              <a:gd name="connsiteX4" fmla="*/ 1347784 w 2566890"/>
              <a:gd name="connsiteY4" fmla="*/ 5937 h 2943238"/>
              <a:gd name="connsiteX5" fmla="*/ 698722 w 2566890"/>
              <a:gd name="connsiteY5" fmla="*/ 239697 h 2943238"/>
              <a:gd name="connsiteX6" fmla="*/ 548593 w 2566890"/>
              <a:gd name="connsiteY6" fmla="*/ 638680 h 2943238"/>
              <a:gd name="connsiteX7" fmla="*/ 191630 w 2566890"/>
              <a:gd name="connsiteY7" fmla="*/ 579119 h 2943238"/>
              <a:gd name="connsiteX8" fmla="*/ 2521 w 2566890"/>
              <a:gd name="connsiteY8" fmla="*/ 711391 h 2943238"/>
              <a:gd name="connsiteX9" fmla="*/ 134797 w 2566890"/>
              <a:gd name="connsiteY9" fmla="*/ 900500 h 2943238"/>
              <a:gd name="connsiteX10" fmla="*/ 137779 w 2566890"/>
              <a:gd name="connsiteY10" fmla="*/ 900998 h 2943238"/>
              <a:gd name="connsiteX11" fmla="*/ 627329 w 2566890"/>
              <a:gd name="connsiteY11" fmla="*/ 982589 h 2943238"/>
              <a:gd name="connsiteX12" fmla="*/ 654255 w 2566890"/>
              <a:gd name="connsiteY12" fmla="*/ 985037 h 2943238"/>
              <a:gd name="connsiteX13" fmla="*/ 807239 w 2566890"/>
              <a:gd name="connsiteY13" fmla="*/ 878968 h 2943238"/>
              <a:gd name="connsiteX14" fmla="*/ 907597 w 2566890"/>
              <a:gd name="connsiteY14" fmla="*/ 610124 h 2943238"/>
              <a:gd name="connsiteX15" fmla="*/ 939826 w 2566890"/>
              <a:gd name="connsiteY15" fmla="*/ 624402 h 2943238"/>
              <a:gd name="connsiteX16" fmla="*/ 939826 w 2566890"/>
              <a:gd name="connsiteY16" fmla="*/ 2943238 h 2943238"/>
              <a:gd name="connsiteX17" fmla="*/ 1266192 w 2566890"/>
              <a:gd name="connsiteY17" fmla="*/ 2943238 h 2943238"/>
              <a:gd name="connsiteX18" fmla="*/ 1266192 w 2566890"/>
              <a:gd name="connsiteY18" fmla="*/ 1474587 h 2943238"/>
              <a:gd name="connsiteX19" fmla="*/ 1429376 w 2566890"/>
              <a:gd name="connsiteY19" fmla="*/ 1474587 h 2943238"/>
              <a:gd name="connsiteX20" fmla="*/ 1429376 w 2566890"/>
              <a:gd name="connsiteY20" fmla="*/ 2943238 h 2943238"/>
              <a:gd name="connsiteX21" fmla="*/ 1755742 w 2566890"/>
              <a:gd name="connsiteY21" fmla="*/ 2943238 h 2943238"/>
              <a:gd name="connsiteX22" fmla="*/ 1755742 w 2566890"/>
              <a:gd name="connsiteY22" fmla="*/ 624810 h 2943238"/>
              <a:gd name="connsiteX23" fmla="*/ 1790011 w 2566890"/>
              <a:gd name="connsiteY23" fmla="*/ 609715 h 2943238"/>
              <a:gd name="connsiteX24" fmla="*/ 1890777 w 2566890"/>
              <a:gd name="connsiteY24" fmla="*/ 878968 h 2943238"/>
              <a:gd name="connsiteX25" fmla="*/ 2043353 w 2566890"/>
              <a:gd name="connsiteY25" fmla="*/ 985037 h 2943238"/>
              <a:gd name="connsiteX26" fmla="*/ 2070278 w 2566890"/>
              <a:gd name="connsiteY26" fmla="*/ 982589 h 2943238"/>
              <a:gd name="connsiteX27" fmla="*/ 2559829 w 2566890"/>
              <a:gd name="connsiteY27" fmla="*/ 900998 h 2943238"/>
              <a:gd name="connsiteX28" fmla="*/ 1722497 w 2566890"/>
              <a:gd name="connsiteY28" fmla="*/ 376787 h 2943238"/>
              <a:gd name="connsiteX0" fmla="*/ 1722497 w 2149422"/>
              <a:gd name="connsiteY0" fmla="*/ 376787 h 2943238"/>
              <a:gd name="connsiteX1" fmla="*/ 1661836 w 2149422"/>
              <a:gd name="connsiteY1" fmla="*/ 344169 h 2943238"/>
              <a:gd name="connsiteX2" fmla="*/ 2149422 w 2149422"/>
              <a:gd name="connsiteY2" fmla="*/ 638680 h 2943238"/>
              <a:gd name="connsiteX3" fmla="*/ 1657618 w 2149422"/>
              <a:gd name="connsiteY3" fmla="*/ 360347 h 2943238"/>
              <a:gd name="connsiteX4" fmla="*/ 1347784 w 2149422"/>
              <a:gd name="connsiteY4" fmla="*/ 5937 h 2943238"/>
              <a:gd name="connsiteX5" fmla="*/ 698722 w 2149422"/>
              <a:gd name="connsiteY5" fmla="*/ 239697 h 2943238"/>
              <a:gd name="connsiteX6" fmla="*/ 548593 w 2149422"/>
              <a:gd name="connsiteY6" fmla="*/ 638680 h 2943238"/>
              <a:gd name="connsiteX7" fmla="*/ 191630 w 2149422"/>
              <a:gd name="connsiteY7" fmla="*/ 579119 h 2943238"/>
              <a:gd name="connsiteX8" fmla="*/ 2521 w 2149422"/>
              <a:gd name="connsiteY8" fmla="*/ 711391 h 2943238"/>
              <a:gd name="connsiteX9" fmla="*/ 134797 w 2149422"/>
              <a:gd name="connsiteY9" fmla="*/ 900500 h 2943238"/>
              <a:gd name="connsiteX10" fmla="*/ 137779 w 2149422"/>
              <a:gd name="connsiteY10" fmla="*/ 900998 h 2943238"/>
              <a:gd name="connsiteX11" fmla="*/ 627329 w 2149422"/>
              <a:gd name="connsiteY11" fmla="*/ 982589 h 2943238"/>
              <a:gd name="connsiteX12" fmla="*/ 654255 w 2149422"/>
              <a:gd name="connsiteY12" fmla="*/ 985037 h 2943238"/>
              <a:gd name="connsiteX13" fmla="*/ 807239 w 2149422"/>
              <a:gd name="connsiteY13" fmla="*/ 878968 h 2943238"/>
              <a:gd name="connsiteX14" fmla="*/ 907597 w 2149422"/>
              <a:gd name="connsiteY14" fmla="*/ 610124 h 2943238"/>
              <a:gd name="connsiteX15" fmla="*/ 939826 w 2149422"/>
              <a:gd name="connsiteY15" fmla="*/ 624402 h 2943238"/>
              <a:gd name="connsiteX16" fmla="*/ 939826 w 2149422"/>
              <a:gd name="connsiteY16" fmla="*/ 2943238 h 2943238"/>
              <a:gd name="connsiteX17" fmla="*/ 1266192 w 2149422"/>
              <a:gd name="connsiteY17" fmla="*/ 2943238 h 2943238"/>
              <a:gd name="connsiteX18" fmla="*/ 1266192 w 2149422"/>
              <a:gd name="connsiteY18" fmla="*/ 1474587 h 2943238"/>
              <a:gd name="connsiteX19" fmla="*/ 1429376 w 2149422"/>
              <a:gd name="connsiteY19" fmla="*/ 1474587 h 2943238"/>
              <a:gd name="connsiteX20" fmla="*/ 1429376 w 2149422"/>
              <a:gd name="connsiteY20" fmla="*/ 2943238 h 2943238"/>
              <a:gd name="connsiteX21" fmla="*/ 1755742 w 2149422"/>
              <a:gd name="connsiteY21" fmla="*/ 2943238 h 2943238"/>
              <a:gd name="connsiteX22" fmla="*/ 1755742 w 2149422"/>
              <a:gd name="connsiteY22" fmla="*/ 624810 h 2943238"/>
              <a:gd name="connsiteX23" fmla="*/ 1790011 w 2149422"/>
              <a:gd name="connsiteY23" fmla="*/ 609715 h 2943238"/>
              <a:gd name="connsiteX24" fmla="*/ 1890777 w 2149422"/>
              <a:gd name="connsiteY24" fmla="*/ 878968 h 2943238"/>
              <a:gd name="connsiteX25" fmla="*/ 2043353 w 2149422"/>
              <a:gd name="connsiteY25" fmla="*/ 985037 h 2943238"/>
              <a:gd name="connsiteX26" fmla="*/ 2070278 w 2149422"/>
              <a:gd name="connsiteY26" fmla="*/ 982589 h 2943238"/>
              <a:gd name="connsiteX27" fmla="*/ 1778779 w 2149422"/>
              <a:gd name="connsiteY27" fmla="*/ 272348 h 2943238"/>
              <a:gd name="connsiteX28" fmla="*/ 1722497 w 2149422"/>
              <a:gd name="connsiteY28" fmla="*/ 376787 h 2943238"/>
              <a:gd name="connsiteX0" fmla="*/ 1722497 w 2070278"/>
              <a:gd name="connsiteY0" fmla="*/ 376787 h 2943238"/>
              <a:gd name="connsiteX1" fmla="*/ 1661836 w 2070278"/>
              <a:gd name="connsiteY1" fmla="*/ 344169 h 2943238"/>
              <a:gd name="connsiteX2" fmla="*/ 1558872 w 2070278"/>
              <a:gd name="connsiteY2" fmla="*/ 359280 h 2943238"/>
              <a:gd name="connsiteX3" fmla="*/ 1657618 w 2070278"/>
              <a:gd name="connsiteY3" fmla="*/ 360347 h 2943238"/>
              <a:gd name="connsiteX4" fmla="*/ 1347784 w 2070278"/>
              <a:gd name="connsiteY4" fmla="*/ 5937 h 2943238"/>
              <a:gd name="connsiteX5" fmla="*/ 698722 w 2070278"/>
              <a:gd name="connsiteY5" fmla="*/ 239697 h 2943238"/>
              <a:gd name="connsiteX6" fmla="*/ 548593 w 2070278"/>
              <a:gd name="connsiteY6" fmla="*/ 638680 h 2943238"/>
              <a:gd name="connsiteX7" fmla="*/ 191630 w 2070278"/>
              <a:gd name="connsiteY7" fmla="*/ 579119 h 2943238"/>
              <a:gd name="connsiteX8" fmla="*/ 2521 w 2070278"/>
              <a:gd name="connsiteY8" fmla="*/ 711391 h 2943238"/>
              <a:gd name="connsiteX9" fmla="*/ 134797 w 2070278"/>
              <a:gd name="connsiteY9" fmla="*/ 900500 h 2943238"/>
              <a:gd name="connsiteX10" fmla="*/ 137779 w 2070278"/>
              <a:gd name="connsiteY10" fmla="*/ 900998 h 2943238"/>
              <a:gd name="connsiteX11" fmla="*/ 627329 w 2070278"/>
              <a:gd name="connsiteY11" fmla="*/ 982589 h 2943238"/>
              <a:gd name="connsiteX12" fmla="*/ 654255 w 2070278"/>
              <a:gd name="connsiteY12" fmla="*/ 985037 h 2943238"/>
              <a:gd name="connsiteX13" fmla="*/ 807239 w 2070278"/>
              <a:gd name="connsiteY13" fmla="*/ 878968 h 2943238"/>
              <a:gd name="connsiteX14" fmla="*/ 907597 w 2070278"/>
              <a:gd name="connsiteY14" fmla="*/ 610124 h 2943238"/>
              <a:gd name="connsiteX15" fmla="*/ 939826 w 2070278"/>
              <a:gd name="connsiteY15" fmla="*/ 624402 h 2943238"/>
              <a:gd name="connsiteX16" fmla="*/ 939826 w 2070278"/>
              <a:gd name="connsiteY16" fmla="*/ 2943238 h 2943238"/>
              <a:gd name="connsiteX17" fmla="*/ 1266192 w 2070278"/>
              <a:gd name="connsiteY17" fmla="*/ 2943238 h 2943238"/>
              <a:gd name="connsiteX18" fmla="*/ 1266192 w 2070278"/>
              <a:gd name="connsiteY18" fmla="*/ 1474587 h 2943238"/>
              <a:gd name="connsiteX19" fmla="*/ 1429376 w 2070278"/>
              <a:gd name="connsiteY19" fmla="*/ 1474587 h 2943238"/>
              <a:gd name="connsiteX20" fmla="*/ 1429376 w 2070278"/>
              <a:gd name="connsiteY20" fmla="*/ 2943238 h 2943238"/>
              <a:gd name="connsiteX21" fmla="*/ 1755742 w 2070278"/>
              <a:gd name="connsiteY21" fmla="*/ 2943238 h 2943238"/>
              <a:gd name="connsiteX22" fmla="*/ 1755742 w 2070278"/>
              <a:gd name="connsiteY22" fmla="*/ 624810 h 2943238"/>
              <a:gd name="connsiteX23" fmla="*/ 1790011 w 2070278"/>
              <a:gd name="connsiteY23" fmla="*/ 609715 h 2943238"/>
              <a:gd name="connsiteX24" fmla="*/ 1890777 w 2070278"/>
              <a:gd name="connsiteY24" fmla="*/ 878968 h 2943238"/>
              <a:gd name="connsiteX25" fmla="*/ 2043353 w 2070278"/>
              <a:gd name="connsiteY25" fmla="*/ 985037 h 2943238"/>
              <a:gd name="connsiteX26" fmla="*/ 2070278 w 2070278"/>
              <a:gd name="connsiteY26" fmla="*/ 982589 h 2943238"/>
              <a:gd name="connsiteX27" fmla="*/ 1778779 w 2070278"/>
              <a:gd name="connsiteY27" fmla="*/ 272348 h 2943238"/>
              <a:gd name="connsiteX28" fmla="*/ 1722497 w 2070278"/>
              <a:gd name="connsiteY28" fmla="*/ 376787 h 2943238"/>
              <a:gd name="connsiteX0" fmla="*/ 1722497 w 2043414"/>
              <a:gd name="connsiteY0" fmla="*/ 376787 h 2943238"/>
              <a:gd name="connsiteX1" fmla="*/ 1661836 w 2043414"/>
              <a:gd name="connsiteY1" fmla="*/ 344169 h 2943238"/>
              <a:gd name="connsiteX2" fmla="*/ 1558872 w 2043414"/>
              <a:gd name="connsiteY2" fmla="*/ 359280 h 2943238"/>
              <a:gd name="connsiteX3" fmla="*/ 1657618 w 2043414"/>
              <a:gd name="connsiteY3" fmla="*/ 360347 h 2943238"/>
              <a:gd name="connsiteX4" fmla="*/ 1347784 w 2043414"/>
              <a:gd name="connsiteY4" fmla="*/ 5937 h 2943238"/>
              <a:gd name="connsiteX5" fmla="*/ 698722 w 2043414"/>
              <a:gd name="connsiteY5" fmla="*/ 239697 h 2943238"/>
              <a:gd name="connsiteX6" fmla="*/ 548593 w 2043414"/>
              <a:gd name="connsiteY6" fmla="*/ 638680 h 2943238"/>
              <a:gd name="connsiteX7" fmla="*/ 191630 w 2043414"/>
              <a:gd name="connsiteY7" fmla="*/ 579119 h 2943238"/>
              <a:gd name="connsiteX8" fmla="*/ 2521 w 2043414"/>
              <a:gd name="connsiteY8" fmla="*/ 711391 h 2943238"/>
              <a:gd name="connsiteX9" fmla="*/ 134797 w 2043414"/>
              <a:gd name="connsiteY9" fmla="*/ 900500 h 2943238"/>
              <a:gd name="connsiteX10" fmla="*/ 137779 w 2043414"/>
              <a:gd name="connsiteY10" fmla="*/ 900998 h 2943238"/>
              <a:gd name="connsiteX11" fmla="*/ 627329 w 2043414"/>
              <a:gd name="connsiteY11" fmla="*/ 982589 h 2943238"/>
              <a:gd name="connsiteX12" fmla="*/ 654255 w 2043414"/>
              <a:gd name="connsiteY12" fmla="*/ 985037 h 2943238"/>
              <a:gd name="connsiteX13" fmla="*/ 807239 w 2043414"/>
              <a:gd name="connsiteY13" fmla="*/ 878968 h 2943238"/>
              <a:gd name="connsiteX14" fmla="*/ 907597 w 2043414"/>
              <a:gd name="connsiteY14" fmla="*/ 610124 h 2943238"/>
              <a:gd name="connsiteX15" fmla="*/ 939826 w 2043414"/>
              <a:gd name="connsiteY15" fmla="*/ 624402 h 2943238"/>
              <a:gd name="connsiteX16" fmla="*/ 939826 w 2043414"/>
              <a:gd name="connsiteY16" fmla="*/ 2943238 h 2943238"/>
              <a:gd name="connsiteX17" fmla="*/ 1266192 w 2043414"/>
              <a:gd name="connsiteY17" fmla="*/ 2943238 h 2943238"/>
              <a:gd name="connsiteX18" fmla="*/ 1266192 w 2043414"/>
              <a:gd name="connsiteY18" fmla="*/ 1474587 h 2943238"/>
              <a:gd name="connsiteX19" fmla="*/ 1429376 w 2043414"/>
              <a:gd name="connsiteY19" fmla="*/ 1474587 h 2943238"/>
              <a:gd name="connsiteX20" fmla="*/ 1429376 w 2043414"/>
              <a:gd name="connsiteY20" fmla="*/ 2943238 h 2943238"/>
              <a:gd name="connsiteX21" fmla="*/ 1755742 w 2043414"/>
              <a:gd name="connsiteY21" fmla="*/ 2943238 h 2943238"/>
              <a:gd name="connsiteX22" fmla="*/ 1755742 w 2043414"/>
              <a:gd name="connsiteY22" fmla="*/ 624810 h 2943238"/>
              <a:gd name="connsiteX23" fmla="*/ 1790011 w 2043414"/>
              <a:gd name="connsiteY23" fmla="*/ 609715 h 2943238"/>
              <a:gd name="connsiteX24" fmla="*/ 1890777 w 2043414"/>
              <a:gd name="connsiteY24" fmla="*/ 878968 h 2943238"/>
              <a:gd name="connsiteX25" fmla="*/ 2043353 w 2043414"/>
              <a:gd name="connsiteY25" fmla="*/ 985037 h 2943238"/>
              <a:gd name="connsiteX26" fmla="*/ 1911528 w 2043414"/>
              <a:gd name="connsiteY26" fmla="*/ 315839 h 2943238"/>
              <a:gd name="connsiteX27" fmla="*/ 1778779 w 2043414"/>
              <a:gd name="connsiteY27" fmla="*/ 272348 h 2943238"/>
              <a:gd name="connsiteX28" fmla="*/ 1722497 w 2043414"/>
              <a:gd name="connsiteY28" fmla="*/ 376787 h 2943238"/>
              <a:gd name="connsiteX0" fmla="*/ 1722497 w 1911528"/>
              <a:gd name="connsiteY0" fmla="*/ 376787 h 2943238"/>
              <a:gd name="connsiteX1" fmla="*/ 1661836 w 1911528"/>
              <a:gd name="connsiteY1" fmla="*/ 344169 h 2943238"/>
              <a:gd name="connsiteX2" fmla="*/ 1558872 w 1911528"/>
              <a:gd name="connsiteY2" fmla="*/ 359280 h 2943238"/>
              <a:gd name="connsiteX3" fmla="*/ 1657618 w 1911528"/>
              <a:gd name="connsiteY3" fmla="*/ 360347 h 2943238"/>
              <a:gd name="connsiteX4" fmla="*/ 1347784 w 1911528"/>
              <a:gd name="connsiteY4" fmla="*/ 5937 h 2943238"/>
              <a:gd name="connsiteX5" fmla="*/ 698722 w 1911528"/>
              <a:gd name="connsiteY5" fmla="*/ 239697 h 2943238"/>
              <a:gd name="connsiteX6" fmla="*/ 548593 w 1911528"/>
              <a:gd name="connsiteY6" fmla="*/ 638680 h 2943238"/>
              <a:gd name="connsiteX7" fmla="*/ 191630 w 1911528"/>
              <a:gd name="connsiteY7" fmla="*/ 579119 h 2943238"/>
              <a:gd name="connsiteX8" fmla="*/ 2521 w 1911528"/>
              <a:gd name="connsiteY8" fmla="*/ 711391 h 2943238"/>
              <a:gd name="connsiteX9" fmla="*/ 134797 w 1911528"/>
              <a:gd name="connsiteY9" fmla="*/ 900500 h 2943238"/>
              <a:gd name="connsiteX10" fmla="*/ 137779 w 1911528"/>
              <a:gd name="connsiteY10" fmla="*/ 900998 h 2943238"/>
              <a:gd name="connsiteX11" fmla="*/ 627329 w 1911528"/>
              <a:gd name="connsiteY11" fmla="*/ 982589 h 2943238"/>
              <a:gd name="connsiteX12" fmla="*/ 654255 w 1911528"/>
              <a:gd name="connsiteY12" fmla="*/ 985037 h 2943238"/>
              <a:gd name="connsiteX13" fmla="*/ 807239 w 1911528"/>
              <a:gd name="connsiteY13" fmla="*/ 878968 h 2943238"/>
              <a:gd name="connsiteX14" fmla="*/ 907597 w 1911528"/>
              <a:gd name="connsiteY14" fmla="*/ 610124 h 2943238"/>
              <a:gd name="connsiteX15" fmla="*/ 939826 w 1911528"/>
              <a:gd name="connsiteY15" fmla="*/ 624402 h 2943238"/>
              <a:gd name="connsiteX16" fmla="*/ 939826 w 1911528"/>
              <a:gd name="connsiteY16" fmla="*/ 2943238 h 2943238"/>
              <a:gd name="connsiteX17" fmla="*/ 1266192 w 1911528"/>
              <a:gd name="connsiteY17" fmla="*/ 2943238 h 2943238"/>
              <a:gd name="connsiteX18" fmla="*/ 1266192 w 1911528"/>
              <a:gd name="connsiteY18" fmla="*/ 1474587 h 2943238"/>
              <a:gd name="connsiteX19" fmla="*/ 1429376 w 1911528"/>
              <a:gd name="connsiteY19" fmla="*/ 1474587 h 2943238"/>
              <a:gd name="connsiteX20" fmla="*/ 1429376 w 1911528"/>
              <a:gd name="connsiteY20" fmla="*/ 2943238 h 2943238"/>
              <a:gd name="connsiteX21" fmla="*/ 1755742 w 1911528"/>
              <a:gd name="connsiteY21" fmla="*/ 2943238 h 2943238"/>
              <a:gd name="connsiteX22" fmla="*/ 1755742 w 1911528"/>
              <a:gd name="connsiteY22" fmla="*/ 624810 h 2943238"/>
              <a:gd name="connsiteX23" fmla="*/ 1790011 w 1911528"/>
              <a:gd name="connsiteY23" fmla="*/ 609715 h 2943238"/>
              <a:gd name="connsiteX24" fmla="*/ 1890777 w 1911528"/>
              <a:gd name="connsiteY24" fmla="*/ 878968 h 2943238"/>
              <a:gd name="connsiteX25" fmla="*/ 1852853 w 1911528"/>
              <a:gd name="connsiteY25" fmla="*/ 356387 h 2943238"/>
              <a:gd name="connsiteX26" fmla="*/ 1911528 w 1911528"/>
              <a:gd name="connsiteY26" fmla="*/ 315839 h 2943238"/>
              <a:gd name="connsiteX27" fmla="*/ 1778779 w 1911528"/>
              <a:gd name="connsiteY27" fmla="*/ 272348 h 2943238"/>
              <a:gd name="connsiteX28" fmla="*/ 1722497 w 1911528"/>
              <a:gd name="connsiteY28" fmla="*/ 376787 h 2943238"/>
              <a:gd name="connsiteX0" fmla="*/ 1722497 w 1911528"/>
              <a:gd name="connsiteY0" fmla="*/ 376787 h 2943238"/>
              <a:gd name="connsiteX1" fmla="*/ 1661836 w 1911528"/>
              <a:gd name="connsiteY1" fmla="*/ 344169 h 2943238"/>
              <a:gd name="connsiteX2" fmla="*/ 1558872 w 1911528"/>
              <a:gd name="connsiteY2" fmla="*/ 359280 h 2943238"/>
              <a:gd name="connsiteX3" fmla="*/ 1657618 w 1911528"/>
              <a:gd name="connsiteY3" fmla="*/ 360347 h 2943238"/>
              <a:gd name="connsiteX4" fmla="*/ 1347784 w 1911528"/>
              <a:gd name="connsiteY4" fmla="*/ 5937 h 2943238"/>
              <a:gd name="connsiteX5" fmla="*/ 698722 w 1911528"/>
              <a:gd name="connsiteY5" fmla="*/ 239697 h 2943238"/>
              <a:gd name="connsiteX6" fmla="*/ 548593 w 1911528"/>
              <a:gd name="connsiteY6" fmla="*/ 638680 h 2943238"/>
              <a:gd name="connsiteX7" fmla="*/ 191630 w 1911528"/>
              <a:gd name="connsiteY7" fmla="*/ 579119 h 2943238"/>
              <a:gd name="connsiteX8" fmla="*/ 2521 w 1911528"/>
              <a:gd name="connsiteY8" fmla="*/ 711391 h 2943238"/>
              <a:gd name="connsiteX9" fmla="*/ 134797 w 1911528"/>
              <a:gd name="connsiteY9" fmla="*/ 900500 h 2943238"/>
              <a:gd name="connsiteX10" fmla="*/ 137779 w 1911528"/>
              <a:gd name="connsiteY10" fmla="*/ 900998 h 2943238"/>
              <a:gd name="connsiteX11" fmla="*/ 627329 w 1911528"/>
              <a:gd name="connsiteY11" fmla="*/ 982589 h 2943238"/>
              <a:gd name="connsiteX12" fmla="*/ 654255 w 1911528"/>
              <a:gd name="connsiteY12" fmla="*/ 985037 h 2943238"/>
              <a:gd name="connsiteX13" fmla="*/ 807239 w 1911528"/>
              <a:gd name="connsiteY13" fmla="*/ 878968 h 2943238"/>
              <a:gd name="connsiteX14" fmla="*/ 907597 w 1911528"/>
              <a:gd name="connsiteY14" fmla="*/ 610124 h 2943238"/>
              <a:gd name="connsiteX15" fmla="*/ 939826 w 1911528"/>
              <a:gd name="connsiteY15" fmla="*/ 624402 h 2943238"/>
              <a:gd name="connsiteX16" fmla="*/ 939826 w 1911528"/>
              <a:gd name="connsiteY16" fmla="*/ 2943238 h 2943238"/>
              <a:gd name="connsiteX17" fmla="*/ 1266192 w 1911528"/>
              <a:gd name="connsiteY17" fmla="*/ 2943238 h 2943238"/>
              <a:gd name="connsiteX18" fmla="*/ 1266192 w 1911528"/>
              <a:gd name="connsiteY18" fmla="*/ 1474587 h 2943238"/>
              <a:gd name="connsiteX19" fmla="*/ 1429376 w 1911528"/>
              <a:gd name="connsiteY19" fmla="*/ 1474587 h 2943238"/>
              <a:gd name="connsiteX20" fmla="*/ 1429376 w 1911528"/>
              <a:gd name="connsiteY20" fmla="*/ 2943238 h 2943238"/>
              <a:gd name="connsiteX21" fmla="*/ 1755742 w 1911528"/>
              <a:gd name="connsiteY21" fmla="*/ 2943238 h 2943238"/>
              <a:gd name="connsiteX22" fmla="*/ 1755742 w 1911528"/>
              <a:gd name="connsiteY22" fmla="*/ 624810 h 2943238"/>
              <a:gd name="connsiteX23" fmla="*/ 1790011 w 1911528"/>
              <a:gd name="connsiteY23" fmla="*/ 609715 h 2943238"/>
              <a:gd name="connsiteX24" fmla="*/ 1719327 w 1911528"/>
              <a:gd name="connsiteY24" fmla="*/ 345568 h 2943238"/>
              <a:gd name="connsiteX25" fmla="*/ 1852853 w 1911528"/>
              <a:gd name="connsiteY25" fmla="*/ 356387 h 2943238"/>
              <a:gd name="connsiteX26" fmla="*/ 1911528 w 1911528"/>
              <a:gd name="connsiteY26" fmla="*/ 315839 h 2943238"/>
              <a:gd name="connsiteX27" fmla="*/ 1778779 w 1911528"/>
              <a:gd name="connsiteY27" fmla="*/ 272348 h 2943238"/>
              <a:gd name="connsiteX28" fmla="*/ 1722497 w 1911528"/>
              <a:gd name="connsiteY28" fmla="*/ 376787 h 29432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911528" h="2943238">
                <a:moveTo>
                  <a:pt x="1722497" y="376787"/>
                </a:moveTo>
                <a:cubicBezTo>
                  <a:pt x="1703007" y="388757"/>
                  <a:pt x="1750714" y="329433"/>
                  <a:pt x="1661836" y="344169"/>
                </a:cubicBezTo>
                <a:lnTo>
                  <a:pt x="1558872" y="359280"/>
                </a:lnTo>
                <a:lnTo>
                  <a:pt x="1657618" y="360347"/>
                </a:lnTo>
                <a:cubicBezTo>
                  <a:pt x="1581737" y="126587"/>
                  <a:pt x="1507600" y="26045"/>
                  <a:pt x="1347784" y="5937"/>
                </a:cubicBezTo>
                <a:cubicBezTo>
                  <a:pt x="1187968" y="-14171"/>
                  <a:pt x="772971" y="5937"/>
                  <a:pt x="698722" y="239697"/>
                </a:cubicBezTo>
                <a:cubicBezTo>
                  <a:pt x="698722" y="243369"/>
                  <a:pt x="548593" y="638680"/>
                  <a:pt x="548593" y="638680"/>
                </a:cubicBezTo>
                <a:lnTo>
                  <a:pt x="191630" y="579119"/>
                </a:lnTo>
                <a:cubicBezTo>
                  <a:pt x="102882" y="563424"/>
                  <a:pt x="18219" y="622644"/>
                  <a:pt x="2521" y="711391"/>
                </a:cubicBezTo>
                <a:cubicBezTo>
                  <a:pt x="-13174" y="800138"/>
                  <a:pt x="46050" y="884806"/>
                  <a:pt x="134797" y="900500"/>
                </a:cubicBezTo>
                <a:lnTo>
                  <a:pt x="137779" y="900998"/>
                </a:lnTo>
                <a:lnTo>
                  <a:pt x="627329" y="982589"/>
                </a:lnTo>
                <a:cubicBezTo>
                  <a:pt x="636211" y="984213"/>
                  <a:pt x="645222" y="985033"/>
                  <a:pt x="654255" y="985037"/>
                </a:cubicBezTo>
                <a:cubicBezTo>
                  <a:pt x="722392" y="985090"/>
                  <a:pt x="783390" y="942797"/>
                  <a:pt x="807239" y="878968"/>
                </a:cubicBezTo>
                <a:lnTo>
                  <a:pt x="907597" y="610124"/>
                </a:lnTo>
                <a:lnTo>
                  <a:pt x="939826" y="624402"/>
                </a:lnTo>
                <a:lnTo>
                  <a:pt x="939826" y="2943238"/>
                </a:lnTo>
                <a:lnTo>
                  <a:pt x="1266192" y="2943238"/>
                </a:lnTo>
                <a:lnTo>
                  <a:pt x="1266192" y="1474587"/>
                </a:lnTo>
                <a:lnTo>
                  <a:pt x="1429376" y="1474587"/>
                </a:lnTo>
                <a:lnTo>
                  <a:pt x="1429376" y="2943238"/>
                </a:lnTo>
                <a:lnTo>
                  <a:pt x="1755742" y="2943238"/>
                </a:lnTo>
                <a:lnTo>
                  <a:pt x="1755742" y="624810"/>
                </a:lnTo>
                <a:cubicBezTo>
                  <a:pt x="1767573" y="619914"/>
                  <a:pt x="1778996" y="615019"/>
                  <a:pt x="1790011" y="609715"/>
                </a:cubicBezTo>
                <a:lnTo>
                  <a:pt x="1719327" y="345568"/>
                </a:lnTo>
                <a:cubicBezTo>
                  <a:pt x="1743123" y="409259"/>
                  <a:pt x="1820820" y="361342"/>
                  <a:pt x="1852853" y="356387"/>
                </a:cubicBezTo>
                <a:cubicBezTo>
                  <a:pt x="1884886" y="351432"/>
                  <a:pt x="1902647" y="317463"/>
                  <a:pt x="1911528" y="315839"/>
                </a:cubicBezTo>
                <a:lnTo>
                  <a:pt x="1778779" y="272348"/>
                </a:lnTo>
                <a:cubicBezTo>
                  <a:pt x="1867652" y="257568"/>
                  <a:pt x="1741987" y="364817"/>
                  <a:pt x="1722497" y="376787"/>
                </a:cubicBezTo>
                <a:close/>
              </a:path>
            </a:pathLst>
          </a:custGeom>
          <a:solidFill>
            <a:srgbClr val="5723FB"/>
          </a:solidFill>
          <a:ln w="40779" cap="flat">
            <a:noFill/>
            <a:prstDash val="solid"/>
            <a:miter/>
          </a:ln>
        </p:spPr>
        <p:txBody>
          <a:bodyPr rtlCol="0" anchor="ctr"/>
          <a:lstStyle/>
          <a:p>
            <a:endParaRPr lang="de-AT"/>
          </a:p>
        </p:txBody>
      </p:sp>
      <p:sp>
        <p:nvSpPr>
          <p:cNvPr id="19" name="Freihandform: Form 18">
            <a:extLst>
              <a:ext uri="{FF2B5EF4-FFF2-40B4-BE49-F238E27FC236}">
                <a16:creationId xmlns:a16="http://schemas.microsoft.com/office/drawing/2014/main" id="{06619332-DCC0-DFB1-DE10-4062AFB98E6E}"/>
              </a:ext>
            </a:extLst>
          </p:cNvPr>
          <p:cNvSpPr/>
          <p:nvPr/>
        </p:nvSpPr>
        <p:spPr>
          <a:xfrm>
            <a:off x="6448284" y="4092865"/>
            <a:ext cx="652733" cy="652733"/>
          </a:xfrm>
          <a:custGeom>
            <a:avLst/>
            <a:gdLst>
              <a:gd name="connsiteX0" fmla="*/ 652734 w 652733"/>
              <a:gd name="connsiteY0" fmla="*/ 326367 h 652733"/>
              <a:gd name="connsiteX1" fmla="*/ 326367 w 652733"/>
              <a:gd name="connsiteY1" fmla="*/ 652734 h 652733"/>
              <a:gd name="connsiteX2" fmla="*/ 0 w 652733"/>
              <a:gd name="connsiteY2" fmla="*/ 326367 h 652733"/>
              <a:gd name="connsiteX3" fmla="*/ 326367 w 652733"/>
              <a:gd name="connsiteY3" fmla="*/ 0 h 652733"/>
              <a:gd name="connsiteX4" fmla="*/ 652734 w 652733"/>
              <a:gd name="connsiteY4" fmla="*/ 326367 h 6527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2733" h="652733">
                <a:moveTo>
                  <a:pt x="652734" y="326367"/>
                </a:moveTo>
                <a:cubicBezTo>
                  <a:pt x="652734" y="506614"/>
                  <a:pt x="506614" y="652734"/>
                  <a:pt x="326367" y="652734"/>
                </a:cubicBezTo>
                <a:cubicBezTo>
                  <a:pt x="146119" y="652734"/>
                  <a:pt x="0" y="506614"/>
                  <a:pt x="0" y="326367"/>
                </a:cubicBezTo>
                <a:cubicBezTo>
                  <a:pt x="0" y="146119"/>
                  <a:pt x="146119" y="0"/>
                  <a:pt x="326367" y="0"/>
                </a:cubicBezTo>
                <a:cubicBezTo>
                  <a:pt x="506614" y="0"/>
                  <a:pt x="652734" y="146119"/>
                  <a:pt x="652734" y="326367"/>
                </a:cubicBezTo>
                <a:close/>
              </a:path>
            </a:pathLst>
          </a:custGeom>
          <a:solidFill>
            <a:srgbClr val="5723FB"/>
          </a:solidFill>
          <a:ln w="40779" cap="flat">
            <a:noFill/>
            <a:prstDash val="solid"/>
            <a:miter/>
          </a:ln>
        </p:spPr>
        <p:txBody>
          <a:bodyPr rtlCol="0" anchor="ctr"/>
          <a:lstStyle/>
          <a:p>
            <a:endParaRPr lang="de-AT"/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B3FEA0CE-E27F-2B52-B225-961751B54094}"/>
              </a:ext>
            </a:extLst>
          </p:cNvPr>
          <p:cNvSpPr/>
          <p:nvPr/>
        </p:nvSpPr>
        <p:spPr>
          <a:xfrm>
            <a:off x="4483169" y="5054036"/>
            <a:ext cx="1238250" cy="79375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8930062B-D174-E22D-A157-548B1CCC0F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Aktueller Stand</a:t>
            </a:r>
            <a:endParaRPr lang="de-AT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C8E03C5E-35CA-A4F0-1BA6-7FC68B09B3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buFontTx/>
              <a:buChar char="-"/>
            </a:pPr>
            <a:r>
              <a:rPr lang="de-DE"/>
              <a:t>Grundidee teilweise umgesetzt</a:t>
            </a:r>
          </a:p>
          <a:p>
            <a:pPr marL="285750" indent="-285750">
              <a:buFontTx/>
              <a:buChar char="-"/>
            </a:pPr>
            <a:r>
              <a:rPr lang="de-DE"/>
              <a:t>Spiel mittels lokalen Dateien funktioniert</a:t>
            </a:r>
          </a:p>
          <a:p>
            <a:pPr marL="285750" indent="-285750">
              <a:buFontTx/>
              <a:buChar char="-"/>
            </a:pPr>
            <a:r>
              <a:rPr lang="de-DE"/>
              <a:t>UI-Design zu 90% fertig</a:t>
            </a:r>
          </a:p>
          <a:p>
            <a:pPr marL="285750" indent="-285750">
              <a:buFontTx/>
              <a:buChar char="-"/>
            </a:pPr>
            <a:r>
              <a:rPr lang="de-DE"/>
              <a:t>Authentifizierung mit Sicherheitsfeatures</a:t>
            </a:r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91BB1931-188E-5CBA-69D0-0175784E65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71818" y="890246"/>
            <a:ext cx="2089749" cy="2111746"/>
          </a:xfrm>
          <a:prstGeom prst="rect">
            <a:avLst/>
          </a:prstGeom>
        </p:spPr>
      </p:pic>
      <p:pic>
        <p:nvPicPr>
          <p:cNvPr id="5" name="Grafik 4" descr="Klemmbrett teilweise angekreuzt mit einfarbiger Füllung">
            <a:extLst>
              <a:ext uri="{FF2B5EF4-FFF2-40B4-BE49-F238E27FC236}">
                <a16:creationId xmlns:a16="http://schemas.microsoft.com/office/drawing/2014/main" id="{1ECF954B-8C10-B5A1-8C5B-82525E27347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902642" y="4095682"/>
            <a:ext cx="2396558" cy="2396558"/>
          </a:xfrm>
          <a:prstGeom prst="rect">
            <a:avLst/>
          </a:prstGeom>
        </p:spPr>
      </p:pic>
      <p:sp>
        <p:nvSpPr>
          <p:cNvPr id="16" name="Freihandform: Form 15">
            <a:extLst>
              <a:ext uri="{FF2B5EF4-FFF2-40B4-BE49-F238E27FC236}">
                <a16:creationId xmlns:a16="http://schemas.microsoft.com/office/drawing/2014/main" id="{643BEE4A-DE5E-1656-CB33-5A4396B5707D}"/>
              </a:ext>
            </a:extLst>
          </p:cNvPr>
          <p:cNvSpPr/>
          <p:nvPr/>
        </p:nvSpPr>
        <p:spPr>
          <a:xfrm>
            <a:off x="6362926" y="4821253"/>
            <a:ext cx="1341121" cy="3017521"/>
          </a:xfrm>
          <a:custGeom>
            <a:avLst/>
            <a:gdLst>
              <a:gd name="connsiteX0" fmla="*/ 1835659 w 1844040"/>
              <a:gd name="connsiteY0" fmla="*/ 1307592 h 3017520"/>
              <a:gd name="connsiteX1" fmla="*/ 1600962 w 1844040"/>
              <a:gd name="connsiteY1" fmla="*/ 310134 h 3017520"/>
              <a:gd name="connsiteX2" fmla="*/ 1550670 w 1844040"/>
              <a:gd name="connsiteY2" fmla="*/ 217932 h 3017520"/>
              <a:gd name="connsiteX3" fmla="*/ 1198626 w 1844040"/>
              <a:gd name="connsiteY3" fmla="*/ 33528 h 3017520"/>
              <a:gd name="connsiteX4" fmla="*/ 922020 w 1844040"/>
              <a:gd name="connsiteY4" fmla="*/ 0 h 3017520"/>
              <a:gd name="connsiteX5" fmla="*/ 645414 w 1844040"/>
              <a:gd name="connsiteY5" fmla="*/ 41910 h 3017520"/>
              <a:gd name="connsiteX6" fmla="*/ 293370 w 1844040"/>
              <a:gd name="connsiteY6" fmla="*/ 226314 h 3017520"/>
              <a:gd name="connsiteX7" fmla="*/ 243078 w 1844040"/>
              <a:gd name="connsiteY7" fmla="*/ 318516 h 3017520"/>
              <a:gd name="connsiteX8" fmla="*/ 8382 w 1844040"/>
              <a:gd name="connsiteY8" fmla="*/ 1315974 h 3017520"/>
              <a:gd name="connsiteX9" fmla="*/ 0 w 1844040"/>
              <a:gd name="connsiteY9" fmla="*/ 1357884 h 3017520"/>
              <a:gd name="connsiteX10" fmla="*/ 167640 w 1844040"/>
              <a:gd name="connsiteY10" fmla="*/ 1525525 h 3017520"/>
              <a:gd name="connsiteX11" fmla="*/ 326898 w 1844040"/>
              <a:gd name="connsiteY11" fmla="*/ 1399794 h 3017520"/>
              <a:gd name="connsiteX12" fmla="*/ 502920 w 1844040"/>
              <a:gd name="connsiteY12" fmla="*/ 670560 h 3017520"/>
              <a:gd name="connsiteX13" fmla="*/ 502920 w 1844040"/>
              <a:gd name="connsiteY13" fmla="*/ 3017521 h 3017520"/>
              <a:gd name="connsiteX14" fmla="*/ 838200 w 1844040"/>
              <a:gd name="connsiteY14" fmla="*/ 3017521 h 3017520"/>
              <a:gd name="connsiteX15" fmla="*/ 838200 w 1844040"/>
              <a:gd name="connsiteY15" fmla="*/ 1508760 h 3017520"/>
              <a:gd name="connsiteX16" fmla="*/ 1005840 w 1844040"/>
              <a:gd name="connsiteY16" fmla="*/ 1508760 h 3017520"/>
              <a:gd name="connsiteX17" fmla="*/ 1005840 w 1844040"/>
              <a:gd name="connsiteY17" fmla="*/ 3017521 h 3017520"/>
              <a:gd name="connsiteX18" fmla="*/ 1341120 w 1844040"/>
              <a:gd name="connsiteY18" fmla="*/ 3017521 h 3017520"/>
              <a:gd name="connsiteX19" fmla="*/ 1341120 w 1844040"/>
              <a:gd name="connsiteY19" fmla="*/ 662178 h 3017520"/>
              <a:gd name="connsiteX20" fmla="*/ 1517142 w 1844040"/>
              <a:gd name="connsiteY20" fmla="*/ 1391412 h 3017520"/>
              <a:gd name="connsiteX21" fmla="*/ 1676400 w 1844040"/>
              <a:gd name="connsiteY21" fmla="*/ 1517142 h 3017520"/>
              <a:gd name="connsiteX22" fmla="*/ 1844041 w 1844040"/>
              <a:gd name="connsiteY22" fmla="*/ 1349502 h 3017520"/>
              <a:gd name="connsiteX23" fmla="*/ 1835659 w 1844040"/>
              <a:gd name="connsiteY23" fmla="*/ 1307592 h 3017520"/>
              <a:gd name="connsiteX0" fmla="*/ 1835659 w 1844041"/>
              <a:gd name="connsiteY0" fmla="*/ 1307592 h 3017521"/>
              <a:gd name="connsiteX1" fmla="*/ 1600962 w 1844041"/>
              <a:gd name="connsiteY1" fmla="*/ 310134 h 3017521"/>
              <a:gd name="connsiteX2" fmla="*/ 1550670 w 1844041"/>
              <a:gd name="connsiteY2" fmla="*/ 217932 h 3017521"/>
              <a:gd name="connsiteX3" fmla="*/ 1198626 w 1844041"/>
              <a:gd name="connsiteY3" fmla="*/ 33528 h 3017521"/>
              <a:gd name="connsiteX4" fmla="*/ 922020 w 1844041"/>
              <a:gd name="connsiteY4" fmla="*/ 0 h 3017521"/>
              <a:gd name="connsiteX5" fmla="*/ 645414 w 1844041"/>
              <a:gd name="connsiteY5" fmla="*/ 41910 h 3017521"/>
              <a:gd name="connsiteX6" fmla="*/ 293370 w 1844041"/>
              <a:gd name="connsiteY6" fmla="*/ 226314 h 3017521"/>
              <a:gd name="connsiteX7" fmla="*/ 243078 w 1844041"/>
              <a:gd name="connsiteY7" fmla="*/ 318516 h 3017521"/>
              <a:gd name="connsiteX8" fmla="*/ 8382 w 1844041"/>
              <a:gd name="connsiteY8" fmla="*/ 1315974 h 3017521"/>
              <a:gd name="connsiteX9" fmla="*/ 0 w 1844041"/>
              <a:gd name="connsiteY9" fmla="*/ 1357884 h 3017521"/>
              <a:gd name="connsiteX10" fmla="*/ 167640 w 1844041"/>
              <a:gd name="connsiteY10" fmla="*/ 1525525 h 3017521"/>
              <a:gd name="connsiteX11" fmla="*/ 326898 w 1844041"/>
              <a:gd name="connsiteY11" fmla="*/ 1399794 h 3017521"/>
              <a:gd name="connsiteX12" fmla="*/ 502920 w 1844041"/>
              <a:gd name="connsiteY12" fmla="*/ 670560 h 3017521"/>
              <a:gd name="connsiteX13" fmla="*/ 502920 w 1844041"/>
              <a:gd name="connsiteY13" fmla="*/ 3017521 h 3017521"/>
              <a:gd name="connsiteX14" fmla="*/ 838200 w 1844041"/>
              <a:gd name="connsiteY14" fmla="*/ 3017521 h 3017521"/>
              <a:gd name="connsiteX15" fmla="*/ 1181100 w 1844041"/>
              <a:gd name="connsiteY15" fmla="*/ 918210 h 3017521"/>
              <a:gd name="connsiteX16" fmla="*/ 1005840 w 1844041"/>
              <a:gd name="connsiteY16" fmla="*/ 1508760 h 3017521"/>
              <a:gd name="connsiteX17" fmla="*/ 1005840 w 1844041"/>
              <a:gd name="connsiteY17" fmla="*/ 3017521 h 3017521"/>
              <a:gd name="connsiteX18" fmla="*/ 1341120 w 1844041"/>
              <a:gd name="connsiteY18" fmla="*/ 3017521 h 3017521"/>
              <a:gd name="connsiteX19" fmla="*/ 1341120 w 1844041"/>
              <a:gd name="connsiteY19" fmla="*/ 662178 h 3017521"/>
              <a:gd name="connsiteX20" fmla="*/ 1517142 w 1844041"/>
              <a:gd name="connsiteY20" fmla="*/ 1391412 h 3017521"/>
              <a:gd name="connsiteX21" fmla="*/ 1676400 w 1844041"/>
              <a:gd name="connsiteY21" fmla="*/ 1517142 h 3017521"/>
              <a:gd name="connsiteX22" fmla="*/ 1844041 w 1844041"/>
              <a:gd name="connsiteY22" fmla="*/ 1349502 h 3017521"/>
              <a:gd name="connsiteX23" fmla="*/ 1835659 w 1844041"/>
              <a:gd name="connsiteY23" fmla="*/ 1307592 h 3017521"/>
              <a:gd name="connsiteX0" fmla="*/ 1835659 w 1844041"/>
              <a:gd name="connsiteY0" fmla="*/ 1307592 h 3017521"/>
              <a:gd name="connsiteX1" fmla="*/ 1600962 w 1844041"/>
              <a:gd name="connsiteY1" fmla="*/ 310134 h 3017521"/>
              <a:gd name="connsiteX2" fmla="*/ 1550670 w 1844041"/>
              <a:gd name="connsiteY2" fmla="*/ 217932 h 3017521"/>
              <a:gd name="connsiteX3" fmla="*/ 1198626 w 1844041"/>
              <a:gd name="connsiteY3" fmla="*/ 33528 h 3017521"/>
              <a:gd name="connsiteX4" fmla="*/ 922020 w 1844041"/>
              <a:gd name="connsiteY4" fmla="*/ 0 h 3017521"/>
              <a:gd name="connsiteX5" fmla="*/ 645414 w 1844041"/>
              <a:gd name="connsiteY5" fmla="*/ 41910 h 3017521"/>
              <a:gd name="connsiteX6" fmla="*/ 293370 w 1844041"/>
              <a:gd name="connsiteY6" fmla="*/ 226314 h 3017521"/>
              <a:gd name="connsiteX7" fmla="*/ 243078 w 1844041"/>
              <a:gd name="connsiteY7" fmla="*/ 318516 h 3017521"/>
              <a:gd name="connsiteX8" fmla="*/ 8382 w 1844041"/>
              <a:gd name="connsiteY8" fmla="*/ 1315974 h 3017521"/>
              <a:gd name="connsiteX9" fmla="*/ 0 w 1844041"/>
              <a:gd name="connsiteY9" fmla="*/ 1357884 h 3017521"/>
              <a:gd name="connsiteX10" fmla="*/ 167640 w 1844041"/>
              <a:gd name="connsiteY10" fmla="*/ 1525525 h 3017521"/>
              <a:gd name="connsiteX11" fmla="*/ 326898 w 1844041"/>
              <a:gd name="connsiteY11" fmla="*/ 1399794 h 3017521"/>
              <a:gd name="connsiteX12" fmla="*/ 502920 w 1844041"/>
              <a:gd name="connsiteY12" fmla="*/ 670560 h 3017521"/>
              <a:gd name="connsiteX13" fmla="*/ 502920 w 1844041"/>
              <a:gd name="connsiteY13" fmla="*/ 3017521 h 3017521"/>
              <a:gd name="connsiteX14" fmla="*/ 1041400 w 1844041"/>
              <a:gd name="connsiteY14" fmla="*/ 826771 h 3017521"/>
              <a:gd name="connsiteX15" fmla="*/ 1181100 w 1844041"/>
              <a:gd name="connsiteY15" fmla="*/ 918210 h 3017521"/>
              <a:gd name="connsiteX16" fmla="*/ 1005840 w 1844041"/>
              <a:gd name="connsiteY16" fmla="*/ 1508760 h 3017521"/>
              <a:gd name="connsiteX17" fmla="*/ 1005840 w 1844041"/>
              <a:gd name="connsiteY17" fmla="*/ 3017521 h 3017521"/>
              <a:gd name="connsiteX18" fmla="*/ 1341120 w 1844041"/>
              <a:gd name="connsiteY18" fmla="*/ 3017521 h 3017521"/>
              <a:gd name="connsiteX19" fmla="*/ 1341120 w 1844041"/>
              <a:gd name="connsiteY19" fmla="*/ 662178 h 3017521"/>
              <a:gd name="connsiteX20" fmla="*/ 1517142 w 1844041"/>
              <a:gd name="connsiteY20" fmla="*/ 1391412 h 3017521"/>
              <a:gd name="connsiteX21" fmla="*/ 1676400 w 1844041"/>
              <a:gd name="connsiteY21" fmla="*/ 1517142 h 3017521"/>
              <a:gd name="connsiteX22" fmla="*/ 1844041 w 1844041"/>
              <a:gd name="connsiteY22" fmla="*/ 1349502 h 3017521"/>
              <a:gd name="connsiteX23" fmla="*/ 1835659 w 1844041"/>
              <a:gd name="connsiteY23" fmla="*/ 1307592 h 3017521"/>
              <a:gd name="connsiteX0" fmla="*/ 1835659 w 1844041"/>
              <a:gd name="connsiteY0" fmla="*/ 1307592 h 3017521"/>
              <a:gd name="connsiteX1" fmla="*/ 1600962 w 1844041"/>
              <a:gd name="connsiteY1" fmla="*/ 310134 h 3017521"/>
              <a:gd name="connsiteX2" fmla="*/ 1550670 w 1844041"/>
              <a:gd name="connsiteY2" fmla="*/ 217932 h 3017521"/>
              <a:gd name="connsiteX3" fmla="*/ 1198626 w 1844041"/>
              <a:gd name="connsiteY3" fmla="*/ 33528 h 3017521"/>
              <a:gd name="connsiteX4" fmla="*/ 922020 w 1844041"/>
              <a:gd name="connsiteY4" fmla="*/ 0 h 3017521"/>
              <a:gd name="connsiteX5" fmla="*/ 645414 w 1844041"/>
              <a:gd name="connsiteY5" fmla="*/ 41910 h 3017521"/>
              <a:gd name="connsiteX6" fmla="*/ 293370 w 1844041"/>
              <a:gd name="connsiteY6" fmla="*/ 226314 h 3017521"/>
              <a:gd name="connsiteX7" fmla="*/ 243078 w 1844041"/>
              <a:gd name="connsiteY7" fmla="*/ 318516 h 3017521"/>
              <a:gd name="connsiteX8" fmla="*/ 8382 w 1844041"/>
              <a:gd name="connsiteY8" fmla="*/ 1315974 h 3017521"/>
              <a:gd name="connsiteX9" fmla="*/ 0 w 1844041"/>
              <a:gd name="connsiteY9" fmla="*/ 1357884 h 3017521"/>
              <a:gd name="connsiteX10" fmla="*/ 167640 w 1844041"/>
              <a:gd name="connsiteY10" fmla="*/ 1525525 h 3017521"/>
              <a:gd name="connsiteX11" fmla="*/ 326898 w 1844041"/>
              <a:gd name="connsiteY11" fmla="*/ 1399794 h 3017521"/>
              <a:gd name="connsiteX12" fmla="*/ 502920 w 1844041"/>
              <a:gd name="connsiteY12" fmla="*/ 670560 h 3017521"/>
              <a:gd name="connsiteX13" fmla="*/ 1137920 w 1844041"/>
              <a:gd name="connsiteY13" fmla="*/ 591821 h 3017521"/>
              <a:gd name="connsiteX14" fmla="*/ 1041400 w 1844041"/>
              <a:gd name="connsiteY14" fmla="*/ 826771 h 3017521"/>
              <a:gd name="connsiteX15" fmla="*/ 1181100 w 1844041"/>
              <a:gd name="connsiteY15" fmla="*/ 918210 h 3017521"/>
              <a:gd name="connsiteX16" fmla="*/ 1005840 w 1844041"/>
              <a:gd name="connsiteY16" fmla="*/ 1508760 h 3017521"/>
              <a:gd name="connsiteX17" fmla="*/ 1005840 w 1844041"/>
              <a:gd name="connsiteY17" fmla="*/ 3017521 h 3017521"/>
              <a:gd name="connsiteX18" fmla="*/ 1341120 w 1844041"/>
              <a:gd name="connsiteY18" fmla="*/ 3017521 h 3017521"/>
              <a:gd name="connsiteX19" fmla="*/ 1341120 w 1844041"/>
              <a:gd name="connsiteY19" fmla="*/ 662178 h 3017521"/>
              <a:gd name="connsiteX20" fmla="*/ 1517142 w 1844041"/>
              <a:gd name="connsiteY20" fmla="*/ 1391412 h 3017521"/>
              <a:gd name="connsiteX21" fmla="*/ 1676400 w 1844041"/>
              <a:gd name="connsiteY21" fmla="*/ 1517142 h 3017521"/>
              <a:gd name="connsiteX22" fmla="*/ 1844041 w 1844041"/>
              <a:gd name="connsiteY22" fmla="*/ 1349502 h 3017521"/>
              <a:gd name="connsiteX23" fmla="*/ 1835659 w 1844041"/>
              <a:gd name="connsiteY23" fmla="*/ 1307592 h 3017521"/>
              <a:gd name="connsiteX0" fmla="*/ 1908842 w 1917224"/>
              <a:gd name="connsiteY0" fmla="*/ 1307592 h 3017521"/>
              <a:gd name="connsiteX1" fmla="*/ 1674145 w 1917224"/>
              <a:gd name="connsiteY1" fmla="*/ 310134 h 3017521"/>
              <a:gd name="connsiteX2" fmla="*/ 1623853 w 1917224"/>
              <a:gd name="connsiteY2" fmla="*/ 217932 h 3017521"/>
              <a:gd name="connsiteX3" fmla="*/ 1271809 w 1917224"/>
              <a:gd name="connsiteY3" fmla="*/ 33528 h 3017521"/>
              <a:gd name="connsiteX4" fmla="*/ 995203 w 1917224"/>
              <a:gd name="connsiteY4" fmla="*/ 0 h 3017521"/>
              <a:gd name="connsiteX5" fmla="*/ 718597 w 1917224"/>
              <a:gd name="connsiteY5" fmla="*/ 41910 h 3017521"/>
              <a:gd name="connsiteX6" fmla="*/ 366553 w 1917224"/>
              <a:gd name="connsiteY6" fmla="*/ 226314 h 3017521"/>
              <a:gd name="connsiteX7" fmla="*/ 316261 w 1917224"/>
              <a:gd name="connsiteY7" fmla="*/ 318516 h 3017521"/>
              <a:gd name="connsiteX8" fmla="*/ 81565 w 1917224"/>
              <a:gd name="connsiteY8" fmla="*/ 1315974 h 3017521"/>
              <a:gd name="connsiteX9" fmla="*/ 73183 w 1917224"/>
              <a:gd name="connsiteY9" fmla="*/ 1357884 h 3017521"/>
              <a:gd name="connsiteX10" fmla="*/ 1098073 w 1917224"/>
              <a:gd name="connsiteY10" fmla="*/ 401575 h 3017521"/>
              <a:gd name="connsiteX11" fmla="*/ 400081 w 1917224"/>
              <a:gd name="connsiteY11" fmla="*/ 1399794 h 3017521"/>
              <a:gd name="connsiteX12" fmla="*/ 576103 w 1917224"/>
              <a:gd name="connsiteY12" fmla="*/ 670560 h 3017521"/>
              <a:gd name="connsiteX13" fmla="*/ 1211103 w 1917224"/>
              <a:gd name="connsiteY13" fmla="*/ 591821 h 3017521"/>
              <a:gd name="connsiteX14" fmla="*/ 1114583 w 1917224"/>
              <a:gd name="connsiteY14" fmla="*/ 826771 h 3017521"/>
              <a:gd name="connsiteX15" fmla="*/ 1254283 w 1917224"/>
              <a:gd name="connsiteY15" fmla="*/ 918210 h 3017521"/>
              <a:gd name="connsiteX16" fmla="*/ 1079023 w 1917224"/>
              <a:gd name="connsiteY16" fmla="*/ 1508760 h 3017521"/>
              <a:gd name="connsiteX17" fmla="*/ 1079023 w 1917224"/>
              <a:gd name="connsiteY17" fmla="*/ 3017521 h 3017521"/>
              <a:gd name="connsiteX18" fmla="*/ 1414303 w 1917224"/>
              <a:gd name="connsiteY18" fmla="*/ 3017521 h 3017521"/>
              <a:gd name="connsiteX19" fmla="*/ 1414303 w 1917224"/>
              <a:gd name="connsiteY19" fmla="*/ 662178 h 3017521"/>
              <a:gd name="connsiteX20" fmla="*/ 1590325 w 1917224"/>
              <a:gd name="connsiteY20" fmla="*/ 1391412 h 3017521"/>
              <a:gd name="connsiteX21" fmla="*/ 1749583 w 1917224"/>
              <a:gd name="connsiteY21" fmla="*/ 1517142 h 3017521"/>
              <a:gd name="connsiteX22" fmla="*/ 1917224 w 1917224"/>
              <a:gd name="connsiteY22" fmla="*/ 1349502 h 3017521"/>
              <a:gd name="connsiteX23" fmla="*/ 1908842 w 1917224"/>
              <a:gd name="connsiteY23" fmla="*/ 1307592 h 3017521"/>
              <a:gd name="connsiteX0" fmla="*/ 1827277 w 1835659"/>
              <a:gd name="connsiteY0" fmla="*/ 1307592 h 3017521"/>
              <a:gd name="connsiteX1" fmla="*/ 1592580 w 1835659"/>
              <a:gd name="connsiteY1" fmla="*/ 310134 h 3017521"/>
              <a:gd name="connsiteX2" fmla="*/ 1542288 w 1835659"/>
              <a:gd name="connsiteY2" fmla="*/ 217932 h 3017521"/>
              <a:gd name="connsiteX3" fmla="*/ 1190244 w 1835659"/>
              <a:gd name="connsiteY3" fmla="*/ 33528 h 3017521"/>
              <a:gd name="connsiteX4" fmla="*/ 913638 w 1835659"/>
              <a:gd name="connsiteY4" fmla="*/ 0 h 3017521"/>
              <a:gd name="connsiteX5" fmla="*/ 637032 w 1835659"/>
              <a:gd name="connsiteY5" fmla="*/ 41910 h 3017521"/>
              <a:gd name="connsiteX6" fmla="*/ 284988 w 1835659"/>
              <a:gd name="connsiteY6" fmla="*/ 226314 h 3017521"/>
              <a:gd name="connsiteX7" fmla="*/ 234696 w 1835659"/>
              <a:gd name="connsiteY7" fmla="*/ 318516 h 3017521"/>
              <a:gd name="connsiteX8" fmla="*/ 0 w 1835659"/>
              <a:gd name="connsiteY8" fmla="*/ 1315974 h 3017521"/>
              <a:gd name="connsiteX9" fmla="*/ 804418 w 1835659"/>
              <a:gd name="connsiteY9" fmla="*/ 392684 h 3017521"/>
              <a:gd name="connsiteX10" fmla="*/ 1016508 w 1835659"/>
              <a:gd name="connsiteY10" fmla="*/ 401575 h 3017521"/>
              <a:gd name="connsiteX11" fmla="*/ 318516 w 1835659"/>
              <a:gd name="connsiteY11" fmla="*/ 1399794 h 3017521"/>
              <a:gd name="connsiteX12" fmla="*/ 494538 w 1835659"/>
              <a:gd name="connsiteY12" fmla="*/ 670560 h 3017521"/>
              <a:gd name="connsiteX13" fmla="*/ 1129538 w 1835659"/>
              <a:gd name="connsiteY13" fmla="*/ 591821 h 3017521"/>
              <a:gd name="connsiteX14" fmla="*/ 1033018 w 1835659"/>
              <a:gd name="connsiteY14" fmla="*/ 826771 h 3017521"/>
              <a:gd name="connsiteX15" fmla="*/ 1172718 w 1835659"/>
              <a:gd name="connsiteY15" fmla="*/ 918210 h 3017521"/>
              <a:gd name="connsiteX16" fmla="*/ 997458 w 1835659"/>
              <a:gd name="connsiteY16" fmla="*/ 1508760 h 3017521"/>
              <a:gd name="connsiteX17" fmla="*/ 997458 w 1835659"/>
              <a:gd name="connsiteY17" fmla="*/ 3017521 h 3017521"/>
              <a:gd name="connsiteX18" fmla="*/ 1332738 w 1835659"/>
              <a:gd name="connsiteY18" fmla="*/ 3017521 h 3017521"/>
              <a:gd name="connsiteX19" fmla="*/ 1332738 w 1835659"/>
              <a:gd name="connsiteY19" fmla="*/ 662178 h 3017521"/>
              <a:gd name="connsiteX20" fmla="*/ 1508760 w 1835659"/>
              <a:gd name="connsiteY20" fmla="*/ 1391412 h 3017521"/>
              <a:gd name="connsiteX21" fmla="*/ 1668018 w 1835659"/>
              <a:gd name="connsiteY21" fmla="*/ 1517142 h 3017521"/>
              <a:gd name="connsiteX22" fmla="*/ 1835659 w 1835659"/>
              <a:gd name="connsiteY22" fmla="*/ 1349502 h 3017521"/>
              <a:gd name="connsiteX23" fmla="*/ 1827277 w 1835659"/>
              <a:gd name="connsiteY23" fmla="*/ 1307592 h 3017521"/>
              <a:gd name="connsiteX0" fmla="*/ 1592581 w 1600963"/>
              <a:gd name="connsiteY0" fmla="*/ 1307592 h 3017521"/>
              <a:gd name="connsiteX1" fmla="*/ 1357884 w 1600963"/>
              <a:gd name="connsiteY1" fmla="*/ 310134 h 3017521"/>
              <a:gd name="connsiteX2" fmla="*/ 1307592 w 1600963"/>
              <a:gd name="connsiteY2" fmla="*/ 217932 h 3017521"/>
              <a:gd name="connsiteX3" fmla="*/ 955548 w 1600963"/>
              <a:gd name="connsiteY3" fmla="*/ 33528 h 3017521"/>
              <a:gd name="connsiteX4" fmla="*/ 678942 w 1600963"/>
              <a:gd name="connsiteY4" fmla="*/ 0 h 3017521"/>
              <a:gd name="connsiteX5" fmla="*/ 402336 w 1600963"/>
              <a:gd name="connsiteY5" fmla="*/ 41910 h 3017521"/>
              <a:gd name="connsiteX6" fmla="*/ 50292 w 1600963"/>
              <a:gd name="connsiteY6" fmla="*/ 226314 h 3017521"/>
              <a:gd name="connsiteX7" fmla="*/ 0 w 1600963"/>
              <a:gd name="connsiteY7" fmla="*/ 318516 h 3017521"/>
              <a:gd name="connsiteX8" fmla="*/ 997204 w 1600963"/>
              <a:gd name="connsiteY8" fmla="*/ 306324 h 3017521"/>
              <a:gd name="connsiteX9" fmla="*/ 569722 w 1600963"/>
              <a:gd name="connsiteY9" fmla="*/ 392684 h 3017521"/>
              <a:gd name="connsiteX10" fmla="*/ 781812 w 1600963"/>
              <a:gd name="connsiteY10" fmla="*/ 401575 h 3017521"/>
              <a:gd name="connsiteX11" fmla="*/ 83820 w 1600963"/>
              <a:gd name="connsiteY11" fmla="*/ 1399794 h 3017521"/>
              <a:gd name="connsiteX12" fmla="*/ 259842 w 1600963"/>
              <a:gd name="connsiteY12" fmla="*/ 670560 h 3017521"/>
              <a:gd name="connsiteX13" fmla="*/ 894842 w 1600963"/>
              <a:gd name="connsiteY13" fmla="*/ 591821 h 3017521"/>
              <a:gd name="connsiteX14" fmla="*/ 798322 w 1600963"/>
              <a:gd name="connsiteY14" fmla="*/ 826771 h 3017521"/>
              <a:gd name="connsiteX15" fmla="*/ 938022 w 1600963"/>
              <a:gd name="connsiteY15" fmla="*/ 918210 h 3017521"/>
              <a:gd name="connsiteX16" fmla="*/ 762762 w 1600963"/>
              <a:gd name="connsiteY16" fmla="*/ 1508760 h 3017521"/>
              <a:gd name="connsiteX17" fmla="*/ 762762 w 1600963"/>
              <a:gd name="connsiteY17" fmla="*/ 3017521 h 3017521"/>
              <a:gd name="connsiteX18" fmla="*/ 1098042 w 1600963"/>
              <a:gd name="connsiteY18" fmla="*/ 3017521 h 3017521"/>
              <a:gd name="connsiteX19" fmla="*/ 1098042 w 1600963"/>
              <a:gd name="connsiteY19" fmla="*/ 662178 h 3017521"/>
              <a:gd name="connsiteX20" fmla="*/ 1274064 w 1600963"/>
              <a:gd name="connsiteY20" fmla="*/ 1391412 h 3017521"/>
              <a:gd name="connsiteX21" fmla="*/ 1433322 w 1600963"/>
              <a:gd name="connsiteY21" fmla="*/ 1517142 h 3017521"/>
              <a:gd name="connsiteX22" fmla="*/ 1600963 w 1600963"/>
              <a:gd name="connsiteY22" fmla="*/ 1349502 h 3017521"/>
              <a:gd name="connsiteX23" fmla="*/ 1592581 w 1600963"/>
              <a:gd name="connsiteY23" fmla="*/ 1307592 h 3017521"/>
              <a:gd name="connsiteX0" fmla="*/ 1542975 w 1551357"/>
              <a:gd name="connsiteY0" fmla="*/ 1307592 h 3017521"/>
              <a:gd name="connsiteX1" fmla="*/ 1308278 w 1551357"/>
              <a:gd name="connsiteY1" fmla="*/ 310134 h 3017521"/>
              <a:gd name="connsiteX2" fmla="*/ 1257986 w 1551357"/>
              <a:gd name="connsiteY2" fmla="*/ 217932 h 3017521"/>
              <a:gd name="connsiteX3" fmla="*/ 905942 w 1551357"/>
              <a:gd name="connsiteY3" fmla="*/ 33528 h 3017521"/>
              <a:gd name="connsiteX4" fmla="*/ 629336 w 1551357"/>
              <a:gd name="connsiteY4" fmla="*/ 0 h 3017521"/>
              <a:gd name="connsiteX5" fmla="*/ 352730 w 1551357"/>
              <a:gd name="connsiteY5" fmla="*/ 41910 h 3017521"/>
              <a:gd name="connsiteX6" fmla="*/ 686 w 1551357"/>
              <a:gd name="connsiteY6" fmla="*/ 226314 h 3017521"/>
              <a:gd name="connsiteX7" fmla="*/ 642544 w 1551357"/>
              <a:gd name="connsiteY7" fmla="*/ 235966 h 3017521"/>
              <a:gd name="connsiteX8" fmla="*/ 947598 w 1551357"/>
              <a:gd name="connsiteY8" fmla="*/ 306324 h 3017521"/>
              <a:gd name="connsiteX9" fmla="*/ 520116 w 1551357"/>
              <a:gd name="connsiteY9" fmla="*/ 392684 h 3017521"/>
              <a:gd name="connsiteX10" fmla="*/ 732206 w 1551357"/>
              <a:gd name="connsiteY10" fmla="*/ 401575 h 3017521"/>
              <a:gd name="connsiteX11" fmla="*/ 34214 w 1551357"/>
              <a:gd name="connsiteY11" fmla="*/ 1399794 h 3017521"/>
              <a:gd name="connsiteX12" fmla="*/ 210236 w 1551357"/>
              <a:gd name="connsiteY12" fmla="*/ 670560 h 3017521"/>
              <a:gd name="connsiteX13" fmla="*/ 845236 w 1551357"/>
              <a:gd name="connsiteY13" fmla="*/ 591821 h 3017521"/>
              <a:gd name="connsiteX14" fmla="*/ 748716 w 1551357"/>
              <a:gd name="connsiteY14" fmla="*/ 826771 h 3017521"/>
              <a:gd name="connsiteX15" fmla="*/ 888416 w 1551357"/>
              <a:gd name="connsiteY15" fmla="*/ 918210 h 3017521"/>
              <a:gd name="connsiteX16" fmla="*/ 713156 w 1551357"/>
              <a:gd name="connsiteY16" fmla="*/ 1508760 h 3017521"/>
              <a:gd name="connsiteX17" fmla="*/ 713156 w 1551357"/>
              <a:gd name="connsiteY17" fmla="*/ 3017521 h 3017521"/>
              <a:gd name="connsiteX18" fmla="*/ 1048436 w 1551357"/>
              <a:gd name="connsiteY18" fmla="*/ 3017521 h 3017521"/>
              <a:gd name="connsiteX19" fmla="*/ 1048436 w 1551357"/>
              <a:gd name="connsiteY19" fmla="*/ 662178 h 3017521"/>
              <a:gd name="connsiteX20" fmla="*/ 1224458 w 1551357"/>
              <a:gd name="connsiteY20" fmla="*/ 1391412 h 3017521"/>
              <a:gd name="connsiteX21" fmla="*/ 1383716 w 1551357"/>
              <a:gd name="connsiteY21" fmla="*/ 1517142 h 3017521"/>
              <a:gd name="connsiteX22" fmla="*/ 1551357 w 1551357"/>
              <a:gd name="connsiteY22" fmla="*/ 1349502 h 3017521"/>
              <a:gd name="connsiteX23" fmla="*/ 1542975 w 1551357"/>
              <a:gd name="connsiteY23" fmla="*/ 1307592 h 3017521"/>
              <a:gd name="connsiteX0" fmla="*/ 1509088 w 1517470"/>
              <a:gd name="connsiteY0" fmla="*/ 1307592 h 3017521"/>
              <a:gd name="connsiteX1" fmla="*/ 1274391 w 1517470"/>
              <a:gd name="connsiteY1" fmla="*/ 310134 h 3017521"/>
              <a:gd name="connsiteX2" fmla="*/ 1224099 w 1517470"/>
              <a:gd name="connsiteY2" fmla="*/ 217932 h 3017521"/>
              <a:gd name="connsiteX3" fmla="*/ 872055 w 1517470"/>
              <a:gd name="connsiteY3" fmla="*/ 33528 h 3017521"/>
              <a:gd name="connsiteX4" fmla="*/ 595449 w 1517470"/>
              <a:gd name="connsiteY4" fmla="*/ 0 h 3017521"/>
              <a:gd name="connsiteX5" fmla="*/ 318843 w 1517470"/>
              <a:gd name="connsiteY5" fmla="*/ 41910 h 3017521"/>
              <a:gd name="connsiteX6" fmla="*/ 779599 w 1517470"/>
              <a:gd name="connsiteY6" fmla="*/ 188214 h 3017521"/>
              <a:gd name="connsiteX7" fmla="*/ 608657 w 1517470"/>
              <a:gd name="connsiteY7" fmla="*/ 235966 h 3017521"/>
              <a:gd name="connsiteX8" fmla="*/ 913711 w 1517470"/>
              <a:gd name="connsiteY8" fmla="*/ 306324 h 3017521"/>
              <a:gd name="connsiteX9" fmla="*/ 486229 w 1517470"/>
              <a:gd name="connsiteY9" fmla="*/ 392684 h 3017521"/>
              <a:gd name="connsiteX10" fmla="*/ 698319 w 1517470"/>
              <a:gd name="connsiteY10" fmla="*/ 401575 h 3017521"/>
              <a:gd name="connsiteX11" fmla="*/ 327 w 1517470"/>
              <a:gd name="connsiteY11" fmla="*/ 1399794 h 3017521"/>
              <a:gd name="connsiteX12" fmla="*/ 176349 w 1517470"/>
              <a:gd name="connsiteY12" fmla="*/ 670560 h 3017521"/>
              <a:gd name="connsiteX13" fmla="*/ 811349 w 1517470"/>
              <a:gd name="connsiteY13" fmla="*/ 591821 h 3017521"/>
              <a:gd name="connsiteX14" fmla="*/ 714829 w 1517470"/>
              <a:gd name="connsiteY14" fmla="*/ 826771 h 3017521"/>
              <a:gd name="connsiteX15" fmla="*/ 854529 w 1517470"/>
              <a:gd name="connsiteY15" fmla="*/ 918210 h 3017521"/>
              <a:gd name="connsiteX16" fmla="*/ 679269 w 1517470"/>
              <a:gd name="connsiteY16" fmla="*/ 1508760 h 3017521"/>
              <a:gd name="connsiteX17" fmla="*/ 679269 w 1517470"/>
              <a:gd name="connsiteY17" fmla="*/ 3017521 h 3017521"/>
              <a:gd name="connsiteX18" fmla="*/ 1014549 w 1517470"/>
              <a:gd name="connsiteY18" fmla="*/ 3017521 h 3017521"/>
              <a:gd name="connsiteX19" fmla="*/ 1014549 w 1517470"/>
              <a:gd name="connsiteY19" fmla="*/ 662178 h 3017521"/>
              <a:gd name="connsiteX20" fmla="*/ 1190571 w 1517470"/>
              <a:gd name="connsiteY20" fmla="*/ 1391412 h 3017521"/>
              <a:gd name="connsiteX21" fmla="*/ 1349829 w 1517470"/>
              <a:gd name="connsiteY21" fmla="*/ 1517142 h 3017521"/>
              <a:gd name="connsiteX22" fmla="*/ 1517470 w 1517470"/>
              <a:gd name="connsiteY22" fmla="*/ 1349502 h 3017521"/>
              <a:gd name="connsiteX23" fmla="*/ 1509088 w 1517470"/>
              <a:gd name="connsiteY23" fmla="*/ 1307592 h 3017521"/>
              <a:gd name="connsiteX0" fmla="*/ 1332739 w 1341121"/>
              <a:gd name="connsiteY0" fmla="*/ 1307592 h 3017521"/>
              <a:gd name="connsiteX1" fmla="*/ 1098042 w 1341121"/>
              <a:gd name="connsiteY1" fmla="*/ 310134 h 3017521"/>
              <a:gd name="connsiteX2" fmla="*/ 1047750 w 1341121"/>
              <a:gd name="connsiteY2" fmla="*/ 217932 h 3017521"/>
              <a:gd name="connsiteX3" fmla="*/ 695706 w 1341121"/>
              <a:gd name="connsiteY3" fmla="*/ 33528 h 3017521"/>
              <a:gd name="connsiteX4" fmla="*/ 419100 w 1341121"/>
              <a:gd name="connsiteY4" fmla="*/ 0 h 3017521"/>
              <a:gd name="connsiteX5" fmla="*/ 142494 w 1341121"/>
              <a:gd name="connsiteY5" fmla="*/ 41910 h 3017521"/>
              <a:gd name="connsiteX6" fmla="*/ 603250 w 1341121"/>
              <a:gd name="connsiteY6" fmla="*/ 188214 h 3017521"/>
              <a:gd name="connsiteX7" fmla="*/ 432308 w 1341121"/>
              <a:gd name="connsiteY7" fmla="*/ 235966 h 3017521"/>
              <a:gd name="connsiteX8" fmla="*/ 737362 w 1341121"/>
              <a:gd name="connsiteY8" fmla="*/ 306324 h 3017521"/>
              <a:gd name="connsiteX9" fmla="*/ 309880 w 1341121"/>
              <a:gd name="connsiteY9" fmla="*/ 392684 h 3017521"/>
              <a:gd name="connsiteX10" fmla="*/ 521970 w 1341121"/>
              <a:gd name="connsiteY10" fmla="*/ 401575 h 3017521"/>
              <a:gd name="connsiteX11" fmla="*/ 712978 w 1341121"/>
              <a:gd name="connsiteY11" fmla="*/ 561594 h 3017521"/>
              <a:gd name="connsiteX12" fmla="*/ 0 w 1341121"/>
              <a:gd name="connsiteY12" fmla="*/ 670560 h 3017521"/>
              <a:gd name="connsiteX13" fmla="*/ 635000 w 1341121"/>
              <a:gd name="connsiteY13" fmla="*/ 591821 h 3017521"/>
              <a:gd name="connsiteX14" fmla="*/ 538480 w 1341121"/>
              <a:gd name="connsiteY14" fmla="*/ 826771 h 3017521"/>
              <a:gd name="connsiteX15" fmla="*/ 678180 w 1341121"/>
              <a:gd name="connsiteY15" fmla="*/ 918210 h 3017521"/>
              <a:gd name="connsiteX16" fmla="*/ 502920 w 1341121"/>
              <a:gd name="connsiteY16" fmla="*/ 1508760 h 3017521"/>
              <a:gd name="connsiteX17" fmla="*/ 502920 w 1341121"/>
              <a:gd name="connsiteY17" fmla="*/ 3017521 h 3017521"/>
              <a:gd name="connsiteX18" fmla="*/ 838200 w 1341121"/>
              <a:gd name="connsiteY18" fmla="*/ 3017521 h 3017521"/>
              <a:gd name="connsiteX19" fmla="*/ 838200 w 1341121"/>
              <a:gd name="connsiteY19" fmla="*/ 662178 h 3017521"/>
              <a:gd name="connsiteX20" fmla="*/ 1014222 w 1341121"/>
              <a:gd name="connsiteY20" fmla="*/ 1391412 h 3017521"/>
              <a:gd name="connsiteX21" fmla="*/ 1173480 w 1341121"/>
              <a:gd name="connsiteY21" fmla="*/ 1517142 h 3017521"/>
              <a:gd name="connsiteX22" fmla="*/ 1341121 w 1341121"/>
              <a:gd name="connsiteY22" fmla="*/ 1349502 h 3017521"/>
              <a:gd name="connsiteX23" fmla="*/ 1332739 w 1341121"/>
              <a:gd name="connsiteY23" fmla="*/ 1307592 h 3017521"/>
              <a:gd name="connsiteX0" fmla="*/ 1332739 w 1341121"/>
              <a:gd name="connsiteY0" fmla="*/ 1307592 h 3017521"/>
              <a:gd name="connsiteX1" fmla="*/ 1098042 w 1341121"/>
              <a:gd name="connsiteY1" fmla="*/ 310134 h 3017521"/>
              <a:gd name="connsiteX2" fmla="*/ 1047750 w 1341121"/>
              <a:gd name="connsiteY2" fmla="*/ 217932 h 3017521"/>
              <a:gd name="connsiteX3" fmla="*/ 695706 w 1341121"/>
              <a:gd name="connsiteY3" fmla="*/ 33528 h 3017521"/>
              <a:gd name="connsiteX4" fmla="*/ 419100 w 1341121"/>
              <a:gd name="connsiteY4" fmla="*/ 0 h 3017521"/>
              <a:gd name="connsiteX5" fmla="*/ 142494 w 1341121"/>
              <a:gd name="connsiteY5" fmla="*/ 41910 h 3017521"/>
              <a:gd name="connsiteX6" fmla="*/ 603250 w 1341121"/>
              <a:gd name="connsiteY6" fmla="*/ 188214 h 3017521"/>
              <a:gd name="connsiteX7" fmla="*/ 432308 w 1341121"/>
              <a:gd name="connsiteY7" fmla="*/ 235966 h 3017521"/>
              <a:gd name="connsiteX8" fmla="*/ 642112 w 1341121"/>
              <a:gd name="connsiteY8" fmla="*/ 280924 h 3017521"/>
              <a:gd name="connsiteX9" fmla="*/ 309880 w 1341121"/>
              <a:gd name="connsiteY9" fmla="*/ 392684 h 3017521"/>
              <a:gd name="connsiteX10" fmla="*/ 521970 w 1341121"/>
              <a:gd name="connsiteY10" fmla="*/ 401575 h 3017521"/>
              <a:gd name="connsiteX11" fmla="*/ 712978 w 1341121"/>
              <a:gd name="connsiteY11" fmla="*/ 561594 h 3017521"/>
              <a:gd name="connsiteX12" fmla="*/ 0 w 1341121"/>
              <a:gd name="connsiteY12" fmla="*/ 670560 h 3017521"/>
              <a:gd name="connsiteX13" fmla="*/ 635000 w 1341121"/>
              <a:gd name="connsiteY13" fmla="*/ 591821 h 3017521"/>
              <a:gd name="connsiteX14" fmla="*/ 538480 w 1341121"/>
              <a:gd name="connsiteY14" fmla="*/ 826771 h 3017521"/>
              <a:gd name="connsiteX15" fmla="*/ 678180 w 1341121"/>
              <a:gd name="connsiteY15" fmla="*/ 918210 h 3017521"/>
              <a:gd name="connsiteX16" fmla="*/ 502920 w 1341121"/>
              <a:gd name="connsiteY16" fmla="*/ 1508760 h 3017521"/>
              <a:gd name="connsiteX17" fmla="*/ 502920 w 1341121"/>
              <a:gd name="connsiteY17" fmla="*/ 3017521 h 3017521"/>
              <a:gd name="connsiteX18" fmla="*/ 838200 w 1341121"/>
              <a:gd name="connsiteY18" fmla="*/ 3017521 h 3017521"/>
              <a:gd name="connsiteX19" fmla="*/ 838200 w 1341121"/>
              <a:gd name="connsiteY19" fmla="*/ 662178 h 3017521"/>
              <a:gd name="connsiteX20" fmla="*/ 1014222 w 1341121"/>
              <a:gd name="connsiteY20" fmla="*/ 1391412 h 3017521"/>
              <a:gd name="connsiteX21" fmla="*/ 1173480 w 1341121"/>
              <a:gd name="connsiteY21" fmla="*/ 1517142 h 3017521"/>
              <a:gd name="connsiteX22" fmla="*/ 1341121 w 1341121"/>
              <a:gd name="connsiteY22" fmla="*/ 1349502 h 3017521"/>
              <a:gd name="connsiteX23" fmla="*/ 1332739 w 1341121"/>
              <a:gd name="connsiteY23" fmla="*/ 1307592 h 30175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1341121" h="3017521">
                <a:moveTo>
                  <a:pt x="1332739" y="1307592"/>
                </a:moveTo>
                <a:lnTo>
                  <a:pt x="1098042" y="310134"/>
                </a:lnTo>
                <a:cubicBezTo>
                  <a:pt x="1089660" y="276606"/>
                  <a:pt x="1072896" y="243078"/>
                  <a:pt x="1047750" y="217932"/>
                </a:cubicBezTo>
                <a:cubicBezTo>
                  <a:pt x="947166" y="134112"/>
                  <a:pt x="829818" y="75438"/>
                  <a:pt x="695706" y="33528"/>
                </a:cubicBezTo>
                <a:cubicBezTo>
                  <a:pt x="603504" y="16764"/>
                  <a:pt x="511302" y="0"/>
                  <a:pt x="419100" y="0"/>
                </a:cubicBezTo>
                <a:cubicBezTo>
                  <a:pt x="326898" y="0"/>
                  <a:pt x="111802" y="10541"/>
                  <a:pt x="142494" y="41910"/>
                </a:cubicBezTo>
                <a:cubicBezTo>
                  <a:pt x="173186" y="73279"/>
                  <a:pt x="703834" y="104394"/>
                  <a:pt x="603250" y="188214"/>
                </a:cubicBezTo>
                <a:cubicBezTo>
                  <a:pt x="578104" y="213360"/>
                  <a:pt x="440690" y="202438"/>
                  <a:pt x="432308" y="235966"/>
                </a:cubicBezTo>
                <a:lnTo>
                  <a:pt x="642112" y="280924"/>
                </a:lnTo>
                <a:cubicBezTo>
                  <a:pt x="642112" y="289306"/>
                  <a:pt x="329904" y="372576"/>
                  <a:pt x="309880" y="392684"/>
                </a:cubicBezTo>
                <a:cubicBezTo>
                  <a:pt x="289856" y="412792"/>
                  <a:pt x="454787" y="373423"/>
                  <a:pt x="521970" y="401575"/>
                </a:cubicBezTo>
                <a:cubicBezTo>
                  <a:pt x="589153" y="429727"/>
                  <a:pt x="696214" y="628650"/>
                  <a:pt x="712978" y="561594"/>
                </a:cubicBezTo>
                <a:lnTo>
                  <a:pt x="0" y="670560"/>
                </a:lnTo>
                <a:lnTo>
                  <a:pt x="635000" y="591821"/>
                </a:lnTo>
                <a:lnTo>
                  <a:pt x="538480" y="826771"/>
                </a:lnTo>
                <a:lnTo>
                  <a:pt x="678180" y="918210"/>
                </a:lnTo>
                <a:lnTo>
                  <a:pt x="502920" y="1508760"/>
                </a:lnTo>
                <a:lnTo>
                  <a:pt x="502920" y="3017521"/>
                </a:lnTo>
                <a:lnTo>
                  <a:pt x="838200" y="3017521"/>
                </a:lnTo>
                <a:lnTo>
                  <a:pt x="838200" y="662178"/>
                </a:lnTo>
                <a:lnTo>
                  <a:pt x="1014222" y="1391412"/>
                </a:lnTo>
                <a:cubicBezTo>
                  <a:pt x="1030986" y="1458468"/>
                  <a:pt x="1098042" y="1517142"/>
                  <a:pt x="1173480" y="1517142"/>
                </a:cubicBezTo>
                <a:cubicBezTo>
                  <a:pt x="1265682" y="1517142"/>
                  <a:pt x="1341121" y="1441704"/>
                  <a:pt x="1341121" y="1349502"/>
                </a:cubicBezTo>
                <a:cubicBezTo>
                  <a:pt x="1341121" y="1332738"/>
                  <a:pt x="1332739" y="1315974"/>
                  <a:pt x="1332739" y="1307592"/>
                </a:cubicBezTo>
                <a:close/>
              </a:path>
            </a:pathLst>
          </a:custGeom>
          <a:solidFill>
            <a:srgbClr val="5723FB"/>
          </a:solidFill>
          <a:ln w="41870" cap="flat">
            <a:noFill/>
            <a:prstDash val="solid"/>
            <a:miter/>
          </a:ln>
        </p:spPr>
        <p:txBody>
          <a:bodyPr rtlCol="0" anchor="ctr"/>
          <a:lstStyle/>
          <a:p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3756834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8E56D17E-7738-0695-7337-87EFFE4DC9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6076" y="774964"/>
            <a:ext cx="10422498" cy="53080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82189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7FA1C9-7065-9BB1-F618-B52F27CAA7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>
            <a:extLst>
              <a:ext uri="{FF2B5EF4-FFF2-40B4-BE49-F238E27FC236}">
                <a16:creationId xmlns:a16="http://schemas.microsoft.com/office/drawing/2014/main" id="{BDCC4383-0DE2-9657-0D57-6DA7574B32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4892" y="757319"/>
            <a:ext cx="3838813" cy="3023870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FF23C9E6-9229-0D27-3602-53D8488FC5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06700" y="362309"/>
            <a:ext cx="2662609" cy="6133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46766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A03D95-BE43-A162-CDFB-C645A48C00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6679731-B491-7879-E626-ADD81D1036A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rtlCol="0"/>
          <a:lstStyle>
            <a:defPPr>
              <a:defRPr lang="de-DE"/>
            </a:defPPr>
          </a:lstStyle>
          <a:p>
            <a:r>
              <a:rPr lang="de-DE"/>
              <a:t>Das Design</a:t>
            </a: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CABB3A97-88E7-1E8F-E9CB-141AE8F45F8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53072" y="3152591"/>
            <a:ext cx="3342422" cy="3377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94719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0BEDF4-022C-6D4D-B224-F6881F6EC4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7225023-F341-A5FC-D283-91AECEF106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Design</a:t>
            </a:r>
            <a:endParaRPr lang="de-AT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1FECFDFA-FA1D-4EF7-6473-764DEDDDC9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buFontTx/>
              <a:buChar char="-"/>
            </a:pPr>
            <a:r>
              <a:rPr lang="de-DE"/>
              <a:t>Benutzerfreundliche Oberfläche – Minimalistisch</a:t>
            </a:r>
          </a:p>
          <a:p>
            <a:pPr marL="285750" indent="-285750">
              <a:buFontTx/>
              <a:buChar char="-"/>
            </a:pPr>
            <a:r>
              <a:rPr lang="de-DE"/>
              <a:t>Fokus: schnelle Navigation</a:t>
            </a:r>
          </a:p>
          <a:p>
            <a:pPr marL="285750" indent="-285750">
              <a:buFontTx/>
              <a:buChar char="-"/>
            </a:pPr>
            <a:r>
              <a:rPr lang="de-DE"/>
              <a:t>Modernes, futuristisches Design</a:t>
            </a:r>
          </a:p>
          <a:p>
            <a:pPr marL="285750" indent="-285750">
              <a:buFontTx/>
              <a:buChar char="-"/>
            </a:pPr>
            <a:r>
              <a:rPr lang="de-DE"/>
              <a:t>Christian hat </a:t>
            </a:r>
            <a:r>
              <a:rPr lang="de-DE" b="1"/>
              <a:t>kein</a:t>
            </a:r>
            <a:r>
              <a:rPr lang="de-DE"/>
              <a:t> Geschmack</a:t>
            </a:r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8DF57A02-53AC-C3CD-50C9-E63F7EAA9C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71818" y="890246"/>
            <a:ext cx="2089749" cy="2111746"/>
          </a:xfrm>
          <a:prstGeom prst="rect">
            <a:avLst/>
          </a:prstGeom>
        </p:spPr>
      </p:pic>
      <p:pic>
        <p:nvPicPr>
          <p:cNvPr id="7" name="Grafik 6" descr="Papier mit einfarbiger Füllung">
            <a:extLst>
              <a:ext uri="{FF2B5EF4-FFF2-40B4-BE49-F238E27FC236}">
                <a16:creationId xmlns:a16="http://schemas.microsoft.com/office/drawing/2014/main" id="{DEB13663-5C4E-DF3E-6592-C2D97A3BDF6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9990777">
            <a:off x="8239084" y="2936834"/>
            <a:ext cx="2944213" cy="2944213"/>
          </a:xfrm>
          <a:prstGeom prst="rect">
            <a:avLst/>
          </a:prstGeom>
        </p:spPr>
      </p:pic>
      <p:pic>
        <p:nvPicPr>
          <p:cNvPr id="5" name="Grafik 4" descr="Stift mit einfarbiger Füllung">
            <a:extLst>
              <a:ext uri="{FF2B5EF4-FFF2-40B4-BE49-F238E27FC236}">
                <a16:creationId xmlns:a16="http://schemas.microsoft.com/office/drawing/2014/main" id="{B35DA394-8A65-95D0-D052-5BC34ED3567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081513" y="3296745"/>
            <a:ext cx="1781250" cy="1781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486379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6E83C557-7134-D779-D0EF-5BA3FC792DF4}"/>
              </a:ext>
            </a:extLst>
          </p:cNvPr>
          <p:cNvSpPr/>
          <p:nvPr/>
        </p:nvSpPr>
        <p:spPr>
          <a:xfrm>
            <a:off x="983520" y="201873"/>
            <a:ext cx="6670876" cy="384858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131C88FE-79C0-7D54-3688-0193EB4125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4769" y="335416"/>
            <a:ext cx="6468378" cy="2943636"/>
          </a:xfrm>
          <a:prstGeom prst="rect">
            <a:avLst/>
          </a:prstGeom>
        </p:spPr>
      </p:pic>
      <p:sp>
        <p:nvSpPr>
          <p:cNvPr id="2" name="Rechteck 1">
            <a:extLst>
              <a:ext uri="{FF2B5EF4-FFF2-40B4-BE49-F238E27FC236}">
                <a16:creationId xmlns:a16="http://schemas.microsoft.com/office/drawing/2014/main" id="{E4702C1C-C233-16BF-09AE-43007843B7C5}"/>
              </a:ext>
            </a:extLst>
          </p:cNvPr>
          <p:cNvSpPr/>
          <p:nvPr/>
        </p:nvSpPr>
        <p:spPr>
          <a:xfrm>
            <a:off x="5521124" y="2320725"/>
            <a:ext cx="6670876" cy="384858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696C5EE2-23FE-B8E6-C1D7-340F9C491A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2642" y="2450683"/>
            <a:ext cx="6373114" cy="3600953"/>
          </a:xfrm>
          <a:prstGeom prst="rect">
            <a:avLst/>
          </a:prstGeom>
        </p:spPr>
      </p:pic>
      <p:sp>
        <p:nvSpPr>
          <p:cNvPr id="3" name="Rechteck 2">
            <a:extLst>
              <a:ext uri="{FF2B5EF4-FFF2-40B4-BE49-F238E27FC236}">
                <a16:creationId xmlns:a16="http://schemas.microsoft.com/office/drawing/2014/main" id="{126C66BF-F670-5817-7233-D11BF26A50D6}"/>
              </a:ext>
            </a:extLst>
          </p:cNvPr>
          <p:cNvSpPr/>
          <p:nvPr/>
        </p:nvSpPr>
        <p:spPr>
          <a:xfrm>
            <a:off x="1498365" y="3429000"/>
            <a:ext cx="4737253" cy="31546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36BC372C-B647-F9D5-8608-4A7BA48135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28151" y="3545458"/>
            <a:ext cx="4467849" cy="2896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41940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95698432-2D58-D940-A0AE-7748E2A4879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r>
              <a:rPr lang="de-DE"/>
              <a:t>Live Demo</a:t>
            </a:r>
          </a:p>
        </p:txBody>
      </p:sp>
    </p:spTree>
    <p:extLst>
      <p:ext uri="{BB962C8B-B14F-4D97-AF65-F5344CB8AC3E}">
        <p14:creationId xmlns:p14="http://schemas.microsoft.com/office/powerpoint/2010/main" val="374916872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9C9AA5-09D7-F70A-8582-84F541D24D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5832BC3-FF1A-8B17-BA53-09A27AE4AFF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rtlCol="0"/>
          <a:lstStyle>
            <a:defPPr>
              <a:defRPr lang="de-DE"/>
            </a:defPPr>
          </a:lstStyle>
          <a:p>
            <a:r>
              <a:rPr lang="de-DE"/>
              <a:t>Blick in die Zukunft</a:t>
            </a: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214956BE-C0B4-8E40-4BA3-067F34CCD3F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53072" y="3152591"/>
            <a:ext cx="3342422" cy="3377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618324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D9B6CD-3CB1-CAEF-4CEC-F6742FF669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5064549-A466-776D-6867-2E6D9EE26E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Blick in die Zukunft</a:t>
            </a:r>
            <a:endParaRPr lang="de-AT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206757E1-778C-3F94-C186-19485C3EB4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4800" y="2194560"/>
            <a:ext cx="5911850" cy="4309834"/>
          </a:xfrm>
        </p:spPr>
        <p:txBody>
          <a:bodyPr/>
          <a:lstStyle/>
          <a:p>
            <a:pPr marL="285750" indent="-285750">
              <a:buFontTx/>
              <a:buChar char="-"/>
            </a:pPr>
            <a:r>
              <a:rPr lang="de-DE"/>
              <a:t>Alternative API für Musik einbinden</a:t>
            </a:r>
          </a:p>
          <a:p>
            <a:pPr marL="285750" indent="-285750">
              <a:buFontTx/>
              <a:buChar char="-"/>
            </a:pPr>
            <a:r>
              <a:rPr lang="de-DE"/>
              <a:t>Falls keine Musik-API möglich ist: mehr lokale Songs einbinden</a:t>
            </a:r>
          </a:p>
          <a:p>
            <a:pPr marL="285750" indent="-285750">
              <a:buFontTx/>
              <a:buChar char="-"/>
            </a:pPr>
            <a:r>
              <a:rPr lang="de-DE" err="1"/>
              <a:t>Leaderboard</a:t>
            </a:r>
            <a:r>
              <a:rPr lang="de-DE"/>
              <a:t> System</a:t>
            </a:r>
          </a:p>
          <a:p>
            <a:pPr marL="285750" indent="-285750">
              <a:buFontTx/>
              <a:buChar char="-"/>
            </a:pPr>
            <a:r>
              <a:rPr lang="de-DE"/>
              <a:t>Songs nach Kategorien, Jahrzehnt, etc. gefiltert</a:t>
            </a:r>
          </a:p>
          <a:p>
            <a:pPr marL="285750" indent="-285750">
              <a:buFontTx/>
              <a:buChar char="-"/>
            </a:pPr>
            <a:r>
              <a:rPr lang="de-DE"/>
              <a:t>Optional: User können selbst Songs hinzufügen</a:t>
            </a:r>
          </a:p>
          <a:p>
            <a:pPr marL="285750" indent="-285750">
              <a:buFontTx/>
              <a:buChar char="-"/>
            </a:pPr>
            <a:r>
              <a:rPr lang="de-DE"/>
              <a:t>Optional: Multiplayer (mit Freunden spielen)</a:t>
            </a:r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FF34C802-8672-BEA6-925C-39ACAFD029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71818" y="890246"/>
            <a:ext cx="2089749" cy="2111746"/>
          </a:xfrm>
          <a:prstGeom prst="rect">
            <a:avLst/>
          </a:prstGeom>
        </p:spPr>
      </p:pic>
      <p:pic>
        <p:nvPicPr>
          <p:cNvPr id="5" name="Grafik 4" descr="Zukunft mit einfarbiger Füllung">
            <a:extLst>
              <a:ext uri="{FF2B5EF4-FFF2-40B4-BE49-F238E27FC236}">
                <a16:creationId xmlns:a16="http://schemas.microsoft.com/office/drawing/2014/main" id="{2BF3490C-8BAC-F7DC-709F-16BAF9334FD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860777" y="1537182"/>
            <a:ext cx="1747345" cy="1747345"/>
          </a:xfrm>
          <a:prstGeom prst="rect">
            <a:avLst/>
          </a:prstGeom>
        </p:spPr>
      </p:pic>
      <p:sp>
        <p:nvSpPr>
          <p:cNvPr id="20" name="Freihandform: Form 19">
            <a:extLst>
              <a:ext uri="{FF2B5EF4-FFF2-40B4-BE49-F238E27FC236}">
                <a16:creationId xmlns:a16="http://schemas.microsoft.com/office/drawing/2014/main" id="{C1D26090-99E7-16C8-1A29-1C0587285274}"/>
              </a:ext>
            </a:extLst>
          </p:cNvPr>
          <p:cNvSpPr/>
          <p:nvPr/>
        </p:nvSpPr>
        <p:spPr>
          <a:xfrm>
            <a:off x="1665017" y="5095613"/>
            <a:ext cx="1138409" cy="1408781"/>
          </a:xfrm>
          <a:custGeom>
            <a:avLst/>
            <a:gdLst>
              <a:gd name="connsiteX0" fmla="*/ 676947 w 1138409"/>
              <a:gd name="connsiteY0" fmla="*/ 380147 h 1408781"/>
              <a:gd name="connsiteX1" fmla="*/ 1138410 w 1138409"/>
              <a:gd name="connsiteY1" fmla="*/ 187024 h 1408781"/>
              <a:gd name="connsiteX2" fmla="*/ 1061160 w 1138409"/>
              <a:gd name="connsiteY2" fmla="*/ 0 h 1408781"/>
              <a:gd name="connsiteX3" fmla="*/ 0 w 1138409"/>
              <a:gd name="connsiteY3" fmla="*/ 439101 h 1408781"/>
              <a:gd name="connsiteX4" fmla="*/ 77249 w 1138409"/>
              <a:gd name="connsiteY4" fmla="*/ 626125 h 1408781"/>
              <a:gd name="connsiteX5" fmla="*/ 557007 w 1138409"/>
              <a:gd name="connsiteY5" fmla="*/ 426904 h 1408781"/>
              <a:gd name="connsiteX6" fmla="*/ 207353 w 1138409"/>
              <a:gd name="connsiteY6" fmla="*/ 1270546 h 1408781"/>
              <a:gd name="connsiteX7" fmla="*/ 229715 w 1138409"/>
              <a:gd name="connsiteY7" fmla="*/ 1323401 h 1408781"/>
              <a:gd name="connsiteX8" fmla="*/ 245978 w 1138409"/>
              <a:gd name="connsiteY8" fmla="*/ 1327467 h 1408781"/>
              <a:gd name="connsiteX9" fmla="*/ 282569 w 1138409"/>
              <a:gd name="connsiteY9" fmla="*/ 1303072 h 1408781"/>
              <a:gd name="connsiteX10" fmla="*/ 457397 w 1138409"/>
              <a:gd name="connsiteY10" fmla="*/ 880234 h 1408781"/>
              <a:gd name="connsiteX11" fmla="*/ 585468 w 1138409"/>
              <a:gd name="connsiteY11" fmla="*/ 880234 h 1408781"/>
              <a:gd name="connsiteX12" fmla="*/ 585468 w 1138409"/>
              <a:gd name="connsiteY12" fmla="*/ 1368124 h 1408781"/>
              <a:gd name="connsiteX13" fmla="*/ 626125 w 1138409"/>
              <a:gd name="connsiteY13" fmla="*/ 1408782 h 1408781"/>
              <a:gd name="connsiteX14" fmla="*/ 666783 w 1138409"/>
              <a:gd name="connsiteY14" fmla="*/ 1368124 h 1408781"/>
              <a:gd name="connsiteX15" fmla="*/ 666783 w 1138409"/>
              <a:gd name="connsiteY15" fmla="*/ 880234 h 1408781"/>
              <a:gd name="connsiteX16" fmla="*/ 794854 w 1138409"/>
              <a:gd name="connsiteY16" fmla="*/ 880234 h 1408781"/>
              <a:gd name="connsiteX17" fmla="*/ 969681 w 1138409"/>
              <a:gd name="connsiteY17" fmla="*/ 1303072 h 1408781"/>
              <a:gd name="connsiteX18" fmla="*/ 1006273 w 1138409"/>
              <a:gd name="connsiteY18" fmla="*/ 1327467 h 1408781"/>
              <a:gd name="connsiteX19" fmla="*/ 1022536 w 1138409"/>
              <a:gd name="connsiteY19" fmla="*/ 1323401 h 1408781"/>
              <a:gd name="connsiteX20" fmla="*/ 1044897 w 1138409"/>
              <a:gd name="connsiteY20" fmla="*/ 1270546 h 1408781"/>
              <a:gd name="connsiteX21" fmla="*/ 676947 w 1138409"/>
              <a:gd name="connsiteY21" fmla="*/ 380147 h 1408781"/>
              <a:gd name="connsiteX22" fmla="*/ 491955 w 1138409"/>
              <a:gd name="connsiteY22" fmla="*/ 798919 h 1408781"/>
              <a:gd name="connsiteX23" fmla="*/ 585468 w 1138409"/>
              <a:gd name="connsiteY23" fmla="*/ 571238 h 1408781"/>
              <a:gd name="connsiteX24" fmla="*/ 585468 w 1138409"/>
              <a:gd name="connsiteY24" fmla="*/ 798919 h 1408781"/>
              <a:gd name="connsiteX25" fmla="*/ 491955 w 1138409"/>
              <a:gd name="connsiteY25" fmla="*/ 798919 h 1408781"/>
              <a:gd name="connsiteX26" fmla="*/ 666783 w 1138409"/>
              <a:gd name="connsiteY26" fmla="*/ 798919 h 1408781"/>
              <a:gd name="connsiteX27" fmla="*/ 666783 w 1138409"/>
              <a:gd name="connsiteY27" fmla="*/ 571238 h 1408781"/>
              <a:gd name="connsiteX28" fmla="*/ 762328 w 1138409"/>
              <a:gd name="connsiteY28" fmla="*/ 798919 h 1408781"/>
              <a:gd name="connsiteX29" fmla="*/ 666783 w 1138409"/>
              <a:gd name="connsiteY29" fmla="*/ 798919 h 14087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1138409" h="1408781">
                <a:moveTo>
                  <a:pt x="676947" y="380147"/>
                </a:moveTo>
                <a:lnTo>
                  <a:pt x="1138410" y="187024"/>
                </a:lnTo>
                <a:lnTo>
                  <a:pt x="1061160" y="0"/>
                </a:lnTo>
                <a:lnTo>
                  <a:pt x="0" y="439101"/>
                </a:lnTo>
                <a:lnTo>
                  <a:pt x="77249" y="626125"/>
                </a:lnTo>
                <a:lnTo>
                  <a:pt x="557007" y="426904"/>
                </a:lnTo>
                <a:lnTo>
                  <a:pt x="207353" y="1270546"/>
                </a:lnTo>
                <a:cubicBezTo>
                  <a:pt x="199222" y="1290875"/>
                  <a:pt x="209386" y="1315270"/>
                  <a:pt x="229715" y="1323401"/>
                </a:cubicBezTo>
                <a:cubicBezTo>
                  <a:pt x="235813" y="1327467"/>
                  <a:pt x="239879" y="1327467"/>
                  <a:pt x="245978" y="1327467"/>
                </a:cubicBezTo>
                <a:cubicBezTo>
                  <a:pt x="262241" y="1327467"/>
                  <a:pt x="276471" y="1317302"/>
                  <a:pt x="282569" y="1303072"/>
                </a:cubicBezTo>
                <a:lnTo>
                  <a:pt x="457397" y="880234"/>
                </a:lnTo>
                <a:lnTo>
                  <a:pt x="585468" y="880234"/>
                </a:lnTo>
                <a:lnTo>
                  <a:pt x="585468" y="1368124"/>
                </a:lnTo>
                <a:cubicBezTo>
                  <a:pt x="585468" y="1390486"/>
                  <a:pt x="603764" y="1408782"/>
                  <a:pt x="626125" y="1408782"/>
                </a:cubicBezTo>
                <a:cubicBezTo>
                  <a:pt x="648487" y="1408782"/>
                  <a:pt x="666783" y="1390486"/>
                  <a:pt x="666783" y="1368124"/>
                </a:cubicBezTo>
                <a:lnTo>
                  <a:pt x="666783" y="880234"/>
                </a:lnTo>
                <a:lnTo>
                  <a:pt x="794854" y="880234"/>
                </a:lnTo>
                <a:lnTo>
                  <a:pt x="969681" y="1303072"/>
                </a:lnTo>
                <a:cubicBezTo>
                  <a:pt x="975780" y="1319335"/>
                  <a:pt x="992042" y="1327467"/>
                  <a:pt x="1006273" y="1327467"/>
                </a:cubicBezTo>
                <a:cubicBezTo>
                  <a:pt x="1012371" y="1327467"/>
                  <a:pt x="1016437" y="1327467"/>
                  <a:pt x="1022536" y="1323401"/>
                </a:cubicBezTo>
                <a:cubicBezTo>
                  <a:pt x="1042864" y="1315270"/>
                  <a:pt x="1053029" y="1290875"/>
                  <a:pt x="1044897" y="1270546"/>
                </a:cubicBezTo>
                <a:lnTo>
                  <a:pt x="676947" y="380147"/>
                </a:lnTo>
                <a:close/>
                <a:moveTo>
                  <a:pt x="491955" y="798919"/>
                </a:moveTo>
                <a:lnTo>
                  <a:pt x="585468" y="571238"/>
                </a:lnTo>
                <a:lnTo>
                  <a:pt x="585468" y="798919"/>
                </a:lnTo>
                <a:lnTo>
                  <a:pt x="491955" y="798919"/>
                </a:lnTo>
                <a:close/>
                <a:moveTo>
                  <a:pt x="666783" y="798919"/>
                </a:moveTo>
                <a:lnTo>
                  <a:pt x="666783" y="571238"/>
                </a:lnTo>
                <a:lnTo>
                  <a:pt x="762328" y="798919"/>
                </a:lnTo>
                <a:lnTo>
                  <a:pt x="666783" y="798919"/>
                </a:lnTo>
                <a:close/>
              </a:path>
            </a:pathLst>
          </a:custGeom>
          <a:solidFill>
            <a:srgbClr val="5723FB"/>
          </a:solidFill>
          <a:ln w="20241" cap="flat">
            <a:noFill/>
            <a:prstDash val="solid"/>
            <a:miter/>
          </a:ln>
        </p:spPr>
        <p:txBody>
          <a:bodyPr rtlCol="0" anchor="ctr"/>
          <a:lstStyle/>
          <a:p>
            <a:endParaRPr lang="de-AT"/>
          </a:p>
        </p:txBody>
      </p:sp>
      <p:sp>
        <p:nvSpPr>
          <p:cNvPr id="21" name="Freihandform: Form 20">
            <a:extLst>
              <a:ext uri="{FF2B5EF4-FFF2-40B4-BE49-F238E27FC236}">
                <a16:creationId xmlns:a16="http://schemas.microsoft.com/office/drawing/2014/main" id="{E6FC9443-6987-6A5B-6A70-06DC16CE4423}"/>
              </a:ext>
            </a:extLst>
          </p:cNvPr>
          <p:cNvSpPr/>
          <p:nvPr/>
        </p:nvSpPr>
        <p:spPr>
          <a:xfrm rot="14849974">
            <a:off x="1546346" y="5632109"/>
            <a:ext cx="81317" cy="89448"/>
          </a:xfrm>
          <a:custGeom>
            <a:avLst/>
            <a:gdLst>
              <a:gd name="connsiteX0" fmla="*/ 0 w 81317"/>
              <a:gd name="connsiteY0" fmla="*/ 0 h 89448"/>
              <a:gd name="connsiteX1" fmla="*/ 81317 w 81317"/>
              <a:gd name="connsiteY1" fmla="*/ 0 h 89448"/>
              <a:gd name="connsiteX2" fmla="*/ 81317 w 81317"/>
              <a:gd name="connsiteY2" fmla="*/ 89449 h 89448"/>
              <a:gd name="connsiteX3" fmla="*/ 0 w 81317"/>
              <a:gd name="connsiteY3" fmla="*/ 89449 h 894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1317" h="89448">
                <a:moveTo>
                  <a:pt x="0" y="0"/>
                </a:moveTo>
                <a:lnTo>
                  <a:pt x="81317" y="0"/>
                </a:lnTo>
                <a:lnTo>
                  <a:pt x="81317" y="89449"/>
                </a:lnTo>
                <a:lnTo>
                  <a:pt x="0" y="89449"/>
                </a:lnTo>
                <a:close/>
              </a:path>
            </a:pathLst>
          </a:custGeom>
          <a:solidFill>
            <a:srgbClr val="5723FB"/>
          </a:solidFill>
          <a:ln w="20242" cap="flat">
            <a:noFill/>
            <a:prstDash val="solid"/>
            <a:miter/>
          </a:ln>
        </p:spPr>
        <p:txBody>
          <a:bodyPr rtlCol="0" anchor="ctr"/>
          <a:lstStyle/>
          <a:p>
            <a:endParaRPr lang="de-AT"/>
          </a:p>
        </p:txBody>
      </p:sp>
      <p:sp>
        <p:nvSpPr>
          <p:cNvPr id="22" name="Freihandform: Form 21">
            <a:extLst>
              <a:ext uri="{FF2B5EF4-FFF2-40B4-BE49-F238E27FC236}">
                <a16:creationId xmlns:a16="http://schemas.microsoft.com/office/drawing/2014/main" id="{184A0661-35A8-40CA-A2C9-C79D63977125}"/>
              </a:ext>
            </a:extLst>
          </p:cNvPr>
          <p:cNvSpPr/>
          <p:nvPr/>
        </p:nvSpPr>
        <p:spPr>
          <a:xfrm>
            <a:off x="2783098" y="4949247"/>
            <a:ext cx="300865" cy="339489"/>
          </a:xfrm>
          <a:custGeom>
            <a:avLst/>
            <a:gdLst>
              <a:gd name="connsiteX0" fmla="*/ 193123 w 300865"/>
              <a:gd name="connsiteY0" fmla="*/ 0 h 339489"/>
              <a:gd name="connsiteX1" fmla="*/ 0 w 300865"/>
              <a:gd name="connsiteY1" fmla="*/ 75216 h 339489"/>
              <a:gd name="connsiteX2" fmla="*/ 109775 w 300865"/>
              <a:gd name="connsiteY2" fmla="*/ 339490 h 339489"/>
              <a:gd name="connsiteX3" fmla="*/ 300865 w 300865"/>
              <a:gd name="connsiteY3" fmla="*/ 262241 h 3394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0865" h="339489">
                <a:moveTo>
                  <a:pt x="193123" y="0"/>
                </a:moveTo>
                <a:lnTo>
                  <a:pt x="0" y="75216"/>
                </a:lnTo>
                <a:lnTo>
                  <a:pt x="109775" y="339490"/>
                </a:lnTo>
                <a:lnTo>
                  <a:pt x="300865" y="262241"/>
                </a:lnTo>
                <a:close/>
              </a:path>
            </a:pathLst>
          </a:custGeom>
          <a:solidFill>
            <a:srgbClr val="5723FB"/>
          </a:solidFill>
          <a:ln w="20241" cap="flat">
            <a:noFill/>
            <a:prstDash val="solid"/>
            <a:miter/>
          </a:ln>
        </p:spPr>
        <p:txBody>
          <a:bodyPr rtlCol="0" anchor="ctr"/>
          <a:lstStyle/>
          <a:p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93769008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475D893-E98A-260A-9EC4-B9365E533F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92897" y="585216"/>
            <a:ext cx="8965094" cy="2276856"/>
          </a:xfrm>
        </p:spPr>
        <p:txBody>
          <a:bodyPr rtlCol="0"/>
          <a:lstStyle>
            <a:defPPr>
              <a:defRPr lang="de-DE"/>
            </a:defPPr>
          </a:lstStyle>
          <a:p>
            <a:pPr rtl="0"/>
            <a:r>
              <a:rPr lang="de-DE" kern="0"/>
              <a:t>Vielen Dank</a:t>
            </a: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2DAA2B74-5A74-82A4-11E5-C93D83C2FDE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47313" y="3372855"/>
            <a:ext cx="2869721" cy="28999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3949180"/>
      </p:ext>
    </p:extLst>
  </p:cSld>
  <p:clrMapOvr>
    <a:masterClrMapping/>
  </p:clrMapOvr>
</p:sld>
</file>

<file path=ppt/theme/theme1.xml><?xml version="1.0" encoding="utf-8"?>
<a:theme xmlns:a="http://schemas.openxmlformats.org/drawingml/2006/main" name="GradientVTI">
  <a:themeElements>
    <a:clrScheme name="Benutzerdefiniert 6">
      <a:dk1>
        <a:sysClr val="windowText" lastClr="000000"/>
      </a:dk1>
      <a:lt1>
        <a:sysClr val="window" lastClr="FFFFFF"/>
      </a:lt1>
      <a:dk2>
        <a:srgbClr val="10013F"/>
      </a:dk2>
      <a:lt2>
        <a:srgbClr val="F2F0FF"/>
      </a:lt2>
      <a:accent1>
        <a:srgbClr val="AB73D5"/>
      </a:accent1>
      <a:accent2>
        <a:srgbClr val="5723FB"/>
      </a:accent2>
      <a:accent3>
        <a:srgbClr val="00B0F0"/>
      </a:accent3>
      <a:accent4>
        <a:srgbClr val="42E0BA"/>
      </a:accent4>
      <a:accent5>
        <a:srgbClr val="00B050"/>
      </a:accent5>
      <a:accent6>
        <a:srgbClr val="92D050"/>
      </a:accent6>
      <a:hlink>
        <a:srgbClr val="0563C1"/>
      </a:hlink>
      <a:folHlink>
        <a:srgbClr val="954F72"/>
      </a:folHlink>
    </a:clrScheme>
    <a:fontScheme name="Univers">
      <a:majorFont>
        <a:latin typeface="Univers"/>
        <a:ea typeface=""/>
        <a:cs typeface=""/>
      </a:majorFont>
      <a:minorFont>
        <a:latin typeface="Univer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72892862_TF89338750_Win32" id="{1B8D0EAE-E44A-4466-BFAE-B718E10159C7}" vid="{DB463A2D-C5D7-44D1-9C64-7F463E6424F8}"/>
    </a:ext>
  </a:extLst>
</a:theme>
</file>

<file path=ppt/theme/theme2.xml><?xml version="1.0" encoding="utf-8"?>
<a:theme xmlns:a="http://schemas.openxmlformats.org/drawingml/2006/main" name="Office-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-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ABD9919-8F5A-4B99-83E1-E90FE1DCF2E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0E87F72-70BF-43BC-A0D4-53665DC12672}">
  <ds:schemaRefs>
    <ds:schemaRef ds:uri="16c05727-aa75-4e4a-9b5f-8a80a1165891"/>
    <ds:schemaRef ds:uri="230e9df3-be65-4c73-a93b-d1236ebd677e"/>
    <ds:schemaRef ds:uri="71af3243-3dd4-4a8d-8c0d-dd76da1f02a5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52D646E0-DCC8-4209-B539-AA58186B682C}">
  <ds:schemaRefs>
    <ds:schemaRef ds:uri="16c05727-aa75-4e4a-9b5f-8a80a1165891"/>
    <ds:schemaRef ds:uri="230e9df3-be65-4c73-a93b-d1236ebd677e"/>
    <ds:schemaRef ds:uri="71af3243-3dd4-4a8d-8c0d-dd76da1f02a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1/XMLSchema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Galaxy-Präsentation</Template>
  <TotalTime>0</TotalTime>
  <Application>Microsoft Office PowerPoint</Application>
  <PresentationFormat>Widescreen</PresentationFormat>
  <Slides>19</Slides>
  <Notes>10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0" baseType="lpstr">
      <vt:lpstr>GradientVTI</vt:lpstr>
      <vt:lpstr>Melodia Feel the Rythm. </vt:lpstr>
      <vt:lpstr>Agenda</vt:lpstr>
      <vt:lpstr>Die Idee</vt:lpstr>
      <vt:lpstr>Die Idee</vt:lpstr>
      <vt:lpstr>Das Projektteam</vt:lpstr>
      <vt:lpstr>Das Projekteam</vt:lpstr>
      <vt:lpstr>Technische Umsetzung</vt:lpstr>
      <vt:lpstr>Technische Umsetzung</vt:lpstr>
      <vt:lpstr>Aktueller Stand</vt:lpstr>
      <vt:lpstr>Aktueller Stand</vt:lpstr>
      <vt:lpstr>PowerPoint Presentation</vt:lpstr>
      <vt:lpstr>PowerPoint Presentation</vt:lpstr>
      <vt:lpstr>Das Design</vt:lpstr>
      <vt:lpstr>Design</vt:lpstr>
      <vt:lpstr>PowerPoint Presentation</vt:lpstr>
      <vt:lpstr>Live Demo</vt:lpstr>
      <vt:lpstr>Blick in die Zukunft</vt:lpstr>
      <vt:lpstr>Blick in die Zukunft</vt:lpstr>
      <vt:lpstr>Vielen Dank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Linus Wörndle</dc:creator>
  <cp:revision>1</cp:revision>
  <dcterms:created xsi:type="dcterms:W3CDTF">2025-11-12T07:48:22Z</dcterms:created>
  <dcterms:modified xsi:type="dcterms:W3CDTF">2025-11-12T16:27:03Z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