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0"/>
  </p:notesMasterIdLst>
  <p:handoutMasterIdLst>
    <p:handoutMasterId r:id="rId21"/>
  </p:handoutMasterIdLst>
  <p:sldIdLst>
    <p:sldId id="334" r:id="rId5"/>
    <p:sldId id="316" r:id="rId6"/>
    <p:sldId id="359" r:id="rId7"/>
    <p:sldId id="350" r:id="rId8"/>
    <p:sldId id="360" r:id="rId9"/>
    <p:sldId id="361" r:id="rId10"/>
    <p:sldId id="364" r:id="rId11"/>
    <p:sldId id="365" r:id="rId12"/>
    <p:sldId id="362" r:id="rId13"/>
    <p:sldId id="363" r:id="rId14"/>
    <p:sldId id="366" r:id="rId15"/>
    <p:sldId id="367" r:id="rId16"/>
    <p:sldId id="352" r:id="rId17"/>
    <p:sldId id="336" r:id="rId18"/>
    <p:sldId id="349" r:id="rId19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CC4"/>
    <a:srgbClr val="B75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1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2897A712-BCE0-48E1-9249-75F8D4C7A8A7}" type="datetime1">
              <a:rPr lang="de-DE" smtClean="0"/>
              <a:t>12.11.2025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397C78D2-97D1-4B37-BDD1-08A09BD4CA9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7F785A7A-6A0C-413D-886D-6A2F0BCC7B27}" type="datetime1">
              <a:rPr lang="de-DE" smtClean="0"/>
              <a:pPr/>
              <a:t>12.11.2025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5939589-3E79-4C82-AA4A-FE78234FAA5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DCF9-68F4-A9D0-E865-706EC07A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97B520-2909-B68B-7B19-3529E6A9F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D3FFF5-C55E-4FF2-BDC2-0B9CB385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6ADEF1-384C-C1AA-FBB7-69250CD15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395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0A2C-6915-70D9-8843-207669CB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5606EA-5F1D-BB0B-9D25-A4C1FEEB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E06213-CED9-D9DB-39F8-CCC7B7EA0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8EB1F9-91B7-CB0F-179D-F2F01A304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337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8AB1-DF1F-8464-3F7A-196FBD32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8EDCF07-87A4-C1C6-23E0-94A116A7D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20717D8-FD7B-1EB6-C49E-A00AFFC41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2BE0BA-7F2E-1019-A19E-87A0BB69A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8962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3530-5326-F851-10A9-5E258C04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6B4369-B215-ABD4-3A57-57BBB9CA8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7AA4A9-F34B-6E93-2ADE-5D4D14385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883446-97D1-9020-BB10-4B022D9DB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174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78B2-553A-CFA5-188B-4AC22B89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2CCA86-E452-C48D-2C25-655556AEA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B609E2E-DF59-75AD-0045-3C6F9493E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27CE0B-C415-C4A1-B217-2D42EDC02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6614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nur mit Titel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dirty="0"/>
              <a:t>Titel durch Klicken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de-DE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de-DE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3" name="Bildplatzhalt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5" name="Bildplatzhalt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de-DE" sz="1800"/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defRPr lang="de-DE" sz="1600"/>
            </a:lvl2pPr>
            <a:lvl3pPr marL="457200">
              <a:defRPr lang="de-DE" sz="1400"/>
            </a:lvl3pPr>
            <a:lvl4pPr marL="685800">
              <a:defRPr lang="de-DE" sz="1200"/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fik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9" name="Grafik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+ Untertitelfoli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dirty="0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de-DE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de-DE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de-DE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 indent="0">
              <a:spcBef>
                <a:spcPts val="1200"/>
              </a:spcBef>
              <a:buNone/>
              <a:defRPr lang="de-DE" sz="1600"/>
            </a:lvl2pPr>
            <a:lvl3pPr marL="914400" indent="0">
              <a:spcBef>
                <a:spcPts val="1200"/>
              </a:spcBef>
              <a:buNone/>
              <a:defRPr lang="de-DE" sz="1400"/>
            </a:lvl3pPr>
            <a:lvl4pPr marL="1371600" indent="0">
              <a:spcBef>
                <a:spcPts val="1200"/>
              </a:spcBef>
              <a:buNone/>
              <a:defRPr lang="de-DE" sz="1200"/>
            </a:lvl4pPr>
            <a:lvl5pPr marL="1828800" indent="0">
              <a:spcBef>
                <a:spcPts val="1200"/>
              </a:spcBef>
              <a:buNone/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600"/>
            </a:lvl2pPr>
            <a:lvl3pPr>
              <a:spcBef>
                <a:spcPts val="1200"/>
              </a:spcBef>
              <a:defRPr lang="de-DE" sz="1400"/>
            </a:lvl3pPr>
            <a:lvl4pPr>
              <a:spcBef>
                <a:spcPts val="1200"/>
              </a:spcBef>
              <a:defRPr lang="de-DE" sz="1200"/>
            </a:lvl4pPr>
            <a:lvl5pPr>
              <a:spcBef>
                <a:spcPts val="1200"/>
              </a:spcBef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de-DE" sz="4000" b="1" i="0" kern="0" cap="all" spc="0" baseline="0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lnSpc>
                <a:spcPct val="110000"/>
              </a:lnSpc>
              <a:defRPr lang="de-DE" sz="1600"/>
            </a:lvl2pPr>
            <a:lvl3pPr marL="457200">
              <a:lnSpc>
                <a:spcPct val="110000"/>
              </a:lnSpc>
              <a:defRPr lang="de-DE" sz="1400"/>
            </a:lvl3pPr>
            <a:lvl4pPr marL="685800">
              <a:lnSpc>
                <a:spcPct val="110000"/>
              </a:lnSpc>
              <a:defRPr lang="de-DE" sz="1200"/>
            </a:lvl4pPr>
            <a:lvl5pPr marL="914400">
              <a:lnSpc>
                <a:spcPct val="110000"/>
              </a:lnSpc>
              <a:defRPr lang="de-DE"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0" name="Fußzeilenplatzhalt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de-DE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de-DE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de-DE" sz="1200">
                <a:solidFill>
                  <a:schemeClr val="tx1"/>
                </a:solidFill>
              </a:defRPr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>
              <a:spcBef>
                <a:spcPts val="1200"/>
              </a:spcBef>
              <a:defRPr lang="de-DE" sz="1800"/>
            </a:lvl2pPr>
            <a:lvl3pPr marL="914400">
              <a:spcBef>
                <a:spcPts val="1200"/>
              </a:spcBef>
              <a:defRPr lang="de-DE" sz="1800"/>
            </a:lvl3pPr>
            <a:lvl4pPr marL="1371600">
              <a:spcBef>
                <a:spcPts val="1200"/>
              </a:spcBef>
              <a:defRPr lang="de-DE" sz="1800"/>
            </a:lvl4pPr>
            <a:lvl5pPr marL="18288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800"/>
            </a:lvl2pPr>
            <a:lvl3pPr>
              <a:spcBef>
                <a:spcPts val="1200"/>
              </a:spcBef>
              <a:defRPr lang="de-DE" sz="1800"/>
            </a:lvl3pPr>
            <a:lvl4pPr>
              <a:spcBef>
                <a:spcPts val="1200"/>
              </a:spcBef>
              <a:defRPr lang="de-DE" sz="1800"/>
            </a:lvl4pPr>
            <a:lvl5pPr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fik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7" name="Grafik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8" name="Grafik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fik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" name="Grafik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" name="Grafik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blasen und Titel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de-DE" sz="48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" name="Grafik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" name="Grafik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t>‹Nr.›</a:t>
            </a:fld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de-DE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de-DE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Melodia</a:t>
            </a:r>
            <a:br>
              <a:rPr lang="de-DE" dirty="0"/>
            </a:br>
            <a:r>
              <a:rPr lang="de-DE" dirty="0" err="1"/>
              <a:t>Feel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Rythm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Agenda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>
            <a:normAutofit lnSpcReduction="10000"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Die Idee - 1</a:t>
            </a:r>
          </a:p>
          <a:p>
            <a:pPr rtl="0"/>
            <a:r>
              <a:rPr lang="de-DE" dirty="0"/>
              <a:t>Technische Umsetzung - 2</a:t>
            </a:r>
          </a:p>
          <a:p>
            <a:pPr rtl="0"/>
            <a:r>
              <a:rPr lang="de-DE" dirty="0"/>
              <a:t>Aktueller Stand - 3</a:t>
            </a:r>
          </a:p>
          <a:p>
            <a:r>
              <a:rPr lang="de-DE" dirty="0"/>
              <a:t>Blick in die Zukunft - 4</a:t>
            </a:r>
          </a:p>
          <a:p>
            <a:r>
              <a:rPr lang="de-DE" dirty="0"/>
              <a:t>Design - 5</a:t>
            </a:r>
          </a:p>
          <a:p>
            <a:r>
              <a:rPr lang="de-DE" dirty="0"/>
              <a:t>Live Demo - 6</a:t>
            </a:r>
          </a:p>
          <a:p>
            <a:r>
              <a:rPr lang="de-DE" dirty="0"/>
              <a:t>Fazit - 7</a:t>
            </a:r>
          </a:p>
          <a:p>
            <a:pPr rtl="0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C8C4A6-7E07-589D-A5FF-356F3D64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6" y="2929612"/>
            <a:ext cx="3009000" cy="30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5A33F-C7CB-8D7A-0C35-3FD30274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EDE6C-E9B2-9CE6-65F8-8D2731D3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Die Idee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55B39F-1ED2-D546-ECCB-E7D49508B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3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6204B-AA52-F115-4EBD-DA877DE7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Idee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1CD0A8-403C-C644-6ADE-F1A55B828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Web-Anwendung – Spiel, um Songs zu erraten</a:t>
            </a:r>
          </a:p>
          <a:p>
            <a:pPr marL="285750" indent="-285750">
              <a:buFontTx/>
              <a:buChar char="-"/>
            </a:pPr>
            <a:r>
              <a:rPr lang="de-DE" dirty="0"/>
              <a:t>Nutzer hört kurzen Ausschnitt → muss Titel erraten</a:t>
            </a:r>
          </a:p>
          <a:p>
            <a:pPr marL="285750" indent="-285750">
              <a:buFontTx/>
              <a:buChar char="-"/>
            </a:pPr>
            <a:r>
              <a:rPr lang="de-AT" dirty="0"/>
              <a:t>Punkte- und Zeitbasiertes Spielsystem</a:t>
            </a:r>
          </a:p>
          <a:p>
            <a:pPr marL="285750" indent="-285750">
              <a:buFontTx/>
              <a:buChar char="-"/>
            </a:pPr>
            <a:r>
              <a:rPr lang="de-AT" dirty="0"/>
              <a:t>Mit Leaderboard und hervorgehobenen Highscores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0FA2A57-B0AB-A23F-DD1C-E82B68933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187B-76F4-E670-F3A4-B0BFDA43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F57EE-6C25-BE8A-66D7-BB62ED767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Technische Umsetzung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9B58F6C-227F-B795-863D-B22FF3BB9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7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C119-4D66-584F-50CA-811DF3EF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979E8-A28B-B13D-9128-53EAF67C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Technische Umsetzung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1925F8-F32B-95FC-1B36-01B7FC51B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Tech-Stack: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Frontend: Vue.js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Backend: Express.js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Datenbank: MongoDB</a:t>
            </a:r>
          </a:p>
          <a:p>
            <a:pPr marL="285750" indent="-285750">
              <a:buFontTx/>
              <a:buChar char="-"/>
            </a:pPr>
            <a:r>
              <a:rPr lang="de-DE" dirty="0"/>
              <a:t>Ursprünglich geplant: Spotify API</a:t>
            </a:r>
          </a:p>
          <a:p>
            <a:pPr marL="285750" indent="-285750">
              <a:buFontTx/>
              <a:buChar char="-"/>
            </a:pPr>
            <a:r>
              <a:rPr lang="de-DE" dirty="0"/>
              <a:t>Vorübergehende Lösung: lokale .mp3 Dateien eingebunden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Suche nach alternativer API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874CDF6-7B54-CAD9-BA2C-B3B5BED93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18A8-3662-0FC7-8430-6833ED9B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CCD1A-D342-DBB1-33E7-7649ACBF3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4A1AB8-27A9-86E4-6B3F-FCB66A736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2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D003-9EFA-678E-5D87-EC25AB01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30062B-D174-E22D-A157-548B1CCC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E03C5E-35CA-A4F0-1BA6-7FC68B09B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Grundidee teilweise umgesetzt</a:t>
            </a:r>
          </a:p>
          <a:p>
            <a:pPr marL="285750" indent="-285750">
              <a:buFontTx/>
              <a:buChar char="-"/>
            </a:pPr>
            <a:r>
              <a:rPr lang="de-DE" dirty="0"/>
              <a:t>Spiel mittels lokalen Dateien funktioniert</a:t>
            </a:r>
          </a:p>
          <a:p>
            <a:pPr marL="285750" indent="-285750">
              <a:buFontTx/>
              <a:buChar char="-"/>
            </a:pPr>
            <a:r>
              <a:rPr lang="de-DE" dirty="0"/>
              <a:t>UI-Design zu 90% fertig</a:t>
            </a:r>
          </a:p>
          <a:p>
            <a:pPr marL="285750" indent="-285750">
              <a:buFontTx/>
              <a:buChar char="-"/>
            </a:pPr>
            <a:r>
              <a:rPr lang="de-DE" dirty="0"/>
              <a:t>Authentifizierung mit Sicherheitsfeatures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1BB1931-188E-5CBA-69D0-0175784E6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8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9AA5-09D7-F70A-8582-84F541D2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32BC3-FF1A-8B17-BA53-09A27AE4AF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Blick in die Zukunft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4956BE-C0B4-8E40-4BA3-067F34CCD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83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B6CD-3CB1-CAEF-4CEC-F6742FF6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64549-A466-776D-6867-2E6D9EE2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Blick in die Zukunft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6757E1-778C-3F94-C186-19485C3EB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Alternative API für Musik einbinden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Falls keine Musik-API möglich ist: mehr lokale Songs einbinden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Leaderboard</a:t>
            </a:r>
            <a:r>
              <a:rPr lang="de-DE" dirty="0"/>
              <a:t> System</a:t>
            </a:r>
          </a:p>
          <a:p>
            <a:pPr marL="285750" indent="-285750">
              <a:buFontTx/>
              <a:buChar char="-"/>
            </a:pPr>
            <a:r>
              <a:rPr lang="de-DE" dirty="0"/>
              <a:t>Songs nach Kategorien, Jahrzehnt, etc. gefiltert</a:t>
            </a:r>
          </a:p>
          <a:p>
            <a:pPr marL="285750" indent="-285750">
              <a:buFontTx/>
              <a:buChar char="-"/>
            </a:pPr>
            <a:r>
              <a:rPr lang="de-DE" dirty="0"/>
              <a:t>Optional: User können selbst Songs hinzufügen</a:t>
            </a:r>
          </a:p>
          <a:p>
            <a:pPr marL="285750" indent="-285750">
              <a:buFontTx/>
              <a:buChar char="-"/>
            </a:pPr>
            <a:r>
              <a:rPr lang="de-DE" dirty="0"/>
              <a:t>Optional: Multiplayer (mit Freunden spielen)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F34C802-8672-BEA6-925C-39ACAFD02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90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3D95-BE43-A162-CDFB-C645A48C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79731-B491-7879-E626-ADD81D103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Das Design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BB3A97-88E7-1E8F-E9CB-141AE8F45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71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EDF4-022C-6D4D-B224-F6881F6E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225023-F341-A5FC-D283-91AECEF1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Design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ECFDFA-FA1D-4EF7-6473-764DEDDDC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Benutzerfreundliche Oberfläche – Minimalistisch</a:t>
            </a:r>
          </a:p>
          <a:p>
            <a:pPr marL="285750" indent="-285750">
              <a:buFontTx/>
              <a:buChar char="-"/>
            </a:pPr>
            <a:r>
              <a:rPr lang="de-DE" dirty="0"/>
              <a:t>Fokus: schnelle Navigation</a:t>
            </a:r>
          </a:p>
          <a:p>
            <a:pPr marL="285750" indent="-285750">
              <a:buFontTx/>
              <a:buChar char="-"/>
            </a:pPr>
            <a:r>
              <a:rPr lang="de-DE" dirty="0"/>
              <a:t>Modernes, futuristisches Design</a:t>
            </a:r>
          </a:p>
          <a:p>
            <a:pPr marL="285750" indent="-285750">
              <a:buFontTx/>
              <a:buChar char="-"/>
            </a:pPr>
            <a:r>
              <a:rPr lang="de-DE" dirty="0"/>
              <a:t>Christian hat </a:t>
            </a:r>
            <a:r>
              <a:rPr lang="de-DE" b="1" dirty="0"/>
              <a:t>kein</a:t>
            </a:r>
            <a:r>
              <a:rPr lang="de-DE" dirty="0"/>
              <a:t> Geschmack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DF57A02-53AC-C3CD-50C9-E63F7EAA9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63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31C88FE-79C0-7D54-3688-0193EB41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69" y="335416"/>
            <a:ext cx="6468378" cy="294363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96C5EE2-23FE-B8E6-C1D7-340F9C491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642" y="2450683"/>
            <a:ext cx="6373114" cy="360095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6BC372C-B647-F9D5-8608-4A7BA4813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151" y="3545458"/>
            <a:ext cx="446784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94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kern="0" dirty="0"/>
              <a:t>Vielen Dank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AA2B74-5A74-82A4-11E5-C93D83C2F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7313" y="3372855"/>
            <a:ext cx="2869721" cy="28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Benutzerdefiniert 6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AB73D5"/>
      </a:accent1>
      <a:accent2>
        <a:srgbClr val="5723FB"/>
      </a:accent2>
      <a:accent3>
        <a:srgbClr val="00B0F0"/>
      </a:accent3>
      <a:accent4>
        <a:srgbClr val="42E0BA"/>
      </a:accent4>
      <a:accent5>
        <a:srgbClr val="00B050"/>
      </a:accent5>
      <a:accent6>
        <a:srgbClr val="92D050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2_TF89338750_Win32" id="{1B8D0EAE-E44A-4466-BFAE-B718E10159C7}" vid="{DB463A2D-C5D7-44D1-9C64-7F463E6424F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Galaxy-Präsentation</Template>
  <TotalTime>0</TotalTime>
  <Words>199</Words>
  <Application>Microsoft Office PowerPoint</Application>
  <PresentationFormat>Breitbild</PresentationFormat>
  <Paragraphs>54</Paragraphs>
  <Slides>15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Univers</vt:lpstr>
      <vt:lpstr>GradientVTI</vt:lpstr>
      <vt:lpstr>Melodia Feel the Rythm. </vt:lpstr>
      <vt:lpstr>Agenda</vt:lpstr>
      <vt:lpstr>Die Idee</vt:lpstr>
      <vt:lpstr>Die Idee</vt:lpstr>
      <vt:lpstr>Technische Umsetzung</vt:lpstr>
      <vt:lpstr>Technische Umsetzung</vt:lpstr>
      <vt:lpstr>PowerPoint-Präsentation</vt:lpstr>
      <vt:lpstr>Aktueller Stand</vt:lpstr>
      <vt:lpstr>Blick in die Zukunft</vt:lpstr>
      <vt:lpstr>Blick in die Zukunft</vt:lpstr>
      <vt:lpstr>Das Design</vt:lpstr>
      <vt:lpstr>Design</vt:lpstr>
      <vt:lpstr>PowerPoint-Präsentation</vt:lpstr>
      <vt:lpstr>Live Demo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Wörndle</dc:creator>
  <cp:lastModifiedBy>Linus Wörndle</cp:lastModifiedBy>
  <cp:revision>8</cp:revision>
  <dcterms:created xsi:type="dcterms:W3CDTF">2025-11-12T07:48:22Z</dcterms:created>
  <dcterms:modified xsi:type="dcterms:W3CDTF">2025-11-12T12:57:24Z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