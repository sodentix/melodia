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59" r:id="rId7"/>
    <p:sldId id="350" r:id="rId8"/>
    <p:sldId id="369" r:id="rId9"/>
    <p:sldId id="370" r:id="rId10"/>
    <p:sldId id="360" r:id="rId11"/>
    <p:sldId id="361" r:id="rId12"/>
    <p:sldId id="364" r:id="rId13"/>
    <p:sldId id="368" r:id="rId14"/>
    <p:sldId id="371" r:id="rId15"/>
    <p:sldId id="336" r:id="rId16"/>
    <p:sldId id="362" r:id="rId17"/>
    <p:sldId id="363" r:id="rId18"/>
    <p:sldId id="349" r:id="rId19"/>
    <p:sldId id="372" r:id="rId2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23FB"/>
    <a:srgbClr val="B20CC4"/>
    <a:srgbClr val="B75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F9B53-1254-4518-A6C7-66BE820C9859}" v="426" dt="2025-11-12T16:26:58.659"/>
    <p1510:client id="{E69E5257-F32F-4141-9315-BCCB48B4E0EE}" v="43" dt="2025-11-12T13:47:00.990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llner Christian" userId="3dc005c6-cff8-44b1-855b-1b1edd4398d0" providerId="ADAL" clId="{B4B50DFA-6182-474B-92CE-DBA614D0BA29}"/>
    <pc:docChg chg="undo custSel modSld">
      <pc:chgData name="Schallner Christian" userId="3dc005c6-cff8-44b1-855b-1b1edd4398d0" providerId="ADAL" clId="{B4B50DFA-6182-474B-92CE-DBA614D0BA29}" dt="2025-11-12T13:47:36.384" v="241" actId="1076"/>
      <pc:docMkLst>
        <pc:docMk/>
      </pc:docMkLst>
      <pc:sldChg chg="modSp mod">
        <pc:chgData name="Schallner Christian" userId="3dc005c6-cff8-44b1-855b-1b1edd4398d0" providerId="ADAL" clId="{B4B50DFA-6182-474B-92CE-DBA614D0BA29}" dt="2025-11-12T13:00:48.206" v="1" actId="208"/>
        <pc:sldMkLst>
          <pc:docMk/>
          <pc:sldMk cId="3037812869" sldId="316"/>
        </pc:sldMkLst>
        <pc:picChg chg="mod">
          <ac:chgData name="Schallner Christian" userId="3dc005c6-cff8-44b1-855b-1b1edd4398d0" providerId="ADAL" clId="{B4B50DFA-6182-474B-92CE-DBA614D0BA29}" dt="2025-11-12T13:00:48.206" v="1" actId="208"/>
          <ac:picMkLst>
            <pc:docMk/>
            <pc:sldMk cId="3037812869" sldId="316"/>
            <ac:picMk id="8" creationId="{DBC8C4A6-7E07-589D-A5FF-356F3D645BB0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26.511" v="25" actId="208"/>
        <pc:sldMkLst>
          <pc:docMk/>
          <pc:sldMk cId="4273949180" sldId="349"/>
        </pc:sldMkLst>
        <pc:picChg chg="mod">
          <ac:chgData name="Schallner Christian" userId="3dc005c6-cff8-44b1-855b-1b1edd4398d0" providerId="ADAL" clId="{B4B50DFA-6182-474B-92CE-DBA614D0BA29}" dt="2025-11-12T13:02:26.511" v="25" actId="208"/>
          <ac:picMkLst>
            <pc:docMk/>
            <pc:sldMk cId="4273949180" sldId="349"/>
            <ac:picMk id="7" creationId="{2DAA2B74-5A74-82A4-11E5-C93D83C2FDEF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7:36.384" v="241" actId="1076"/>
        <pc:sldMkLst>
          <pc:docMk/>
          <pc:sldMk cId="3906523681" sldId="350"/>
        </pc:sldMkLst>
        <pc:picChg chg="add mod">
          <ac:chgData name="Schallner Christian" userId="3dc005c6-cff8-44b1-855b-1b1edd4398d0" providerId="ADAL" clId="{B4B50DFA-6182-474B-92CE-DBA614D0BA29}" dt="2025-11-12T13:47:36.384" v="241" actId="1076"/>
          <ac:picMkLst>
            <pc:docMk/>
            <pc:sldMk cId="3906523681" sldId="350"/>
            <ac:picMk id="5" creationId="{7B950E56-E6F4-2D68-EE5C-380AA83D09D2}"/>
          </ac:picMkLst>
        </pc:picChg>
        <pc:picChg chg="add mod">
          <ac:chgData name="Schallner Christian" userId="3dc005c6-cff8-44b1-855b-1b1edd4398d0" providerId="ADAL" clId="{B4B50DFA-6182-474B-92CE-DBA614D0BA29}" dt="2025-11-12T13:47:32.920" v="240" actId="207"/>
          <ac:picMkLst>
            <pc:docMk/>
            <pc:sldMk cId="3906523681" sldId="350"/>
            <ac:picMk id="7" creationId="{0F1D806A-E6CA-F733-7715-524F160B8187}"/>
          </ac:picMkLst>
        </pc:picChg>
        <pc:picChg chg="mod">
          <ac:chgData name="Schallner Christian" userId="3dc005c6-cff8-44b1-855b-1b1edd4398d0" providerId="ADAL" clId="{B4B50DFA-6182-474B-92CE-DBA614D0BA29}" dt="2025-11-12T13:01:34.195" v="11" actId="208"/>
          <ac:picMkLst>
            <pc:docMk/>
            <pc:sldMk cId="3906523681" sldId="350"/>
            <ac:picMk id="10" creationId="{80FA2A57-B0AB-A23F-DD1C-E82B6893319C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04:27.802" v="44" actId="167"/>
        <pc:sldMkLst>
          <pc:docMk/>
          <pc:sldMk cId="684194020" sldId="352"/>
        </pc:sldMkLst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2" creationId="{E4702C1C-C233-16BF-09AE-43007843B7C5}"/>
          </ac:spMkLst>
        </pc:spChg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3" creationId="{126C66BF-F670-5817-7233-D11BF26A50D6}"/>
          </ac:spMkLst>
        </pc:spChg>
        <pc:spChg chg="add mod ord">
          <ac:chgData name="Schallner Christian" userId="3dc005c6-cff8-44b1-855b-1b1edd4398d0" providerId="ADAL" clId="{B4B50DFA-6182-474B-92CE-DBA614D0BA29}" dt="2025-11-12T13:04:27.802" v="44" actId="167"/>
          <ac:spMkLst>
            <pc:docMk/>
            <pc:sldMk cId="684194020" sldId="352"/>
            <ac:spMk id="4" creationId="{6E83C557-7134-D779-D0EF-5BA3FC792DF4}"/>
          </ac:spMkLst>
        </pc:spChg>
      </pc:sldChg>
      <pc:sldChg chg="modSp mod">
        <pc:chgData name="Schallner Christian" userId="3dc005c6-cff8-44b1-855b-1b1edd4398d0" providerId="ADAL" clId="{B4B50DFA-6182-474B-92CE-DBA614D0BA29}" dt="2025-11-12T13:00:54.421" v="3" actId="208"/>
        <pc:sldMkLst>
          <pc:docMk/>
          <pc:sldMk cId="2386939803" sldId="359"/>
        </pc:sldMkLst>
        <pc:picChg chg="mod">
          <ac:chgData name="Schallner Christian" userId="3dc005c6-cff8-44b1-855b-1b1edd4398d0" providerId="ADAL" clId="{B4B50DFA-6182-474B-92CE-DBA614D0BA29}" dt="2025-11-12T13:00:54.421" v="3" actId="208"/>
          <ac:picMkLst>
            <pc:docMk/>
            <pc:sldMk cId="2386939803" sldId="359"/>
            <ac:picMk id="7" creationId="{8455B39F-1ED2-D546-ECCB-E7D49508B6D7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05.386" v="6" actId="208"/>
        <pc:sldMkLst>
          <pc:docMk/>
          <pc:sldMk cId="2224978905" sldId="360"/>
        </pc:sldMkLst>
        <pc:picChg chg="mod">
          <ac:chgData name="Schallner Christian" userId="3dc005c6-cff8-44b1-855b-1b1edd4398d0" providerId="ADAL" clId="{B4B50DFA-6182-474B-92CE-DBA614D0BA29}" dt="2025-11-12T13:01:05.386" v="6" actId="208"/>
          <ac:picMkLst>
            <pc:docMk/>
            <pc:sldMk cId="2224978905" sldId="360"/>
            <ac:picMk id="7" creationId="{39B58F6C-227F-B795-863D-B22FF3BB9AE6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4:56.381" v="226" actId="1076"/>
        <pc:sldMkLst>
          <pc:docMk/>
          <pc:sldMk cId="1653632154" sldId="361"/>
        </pc:sldMkLst>
        <pc:picChg chg="add mod">
          <ac:chgData name="Schallner Christian" userId="3dc005c6-cff8-44b1-855b-1b1edd4398d0" providerId="ADAL" clId="{B4B50DFA-6182-474B-92CE-DBA614D0BA29}" dt="2025-11-12T13:44:56.381" v="226" actId="1076"/>
          <ac:picMkLst>
            <pc:docMk/>
            <pc:sldMk cId="1653632154" sldId="361"/>
            <ac:picMk id="5" creationId="{7CBD705B-A0C7-4B37-7338-EFF0C79A5FB7}"/>
          </ac:picMkLst>
        </pc:picChg>
        <pc:picChg chg="add mod">
          <ac:chgData name="Schallner Christian" userId="3dc005c6-cff8-44b1-855b-1b1edd4398d0" providerId="ADAL" clId="{B4B50DFA-6182-474B-92CE-DBA614D0BA29}" dt="2025-11-12T13:43:39.999" v="214" actId="207"/>
          <ac:picMkLst>
            <pc:docMk/>
            <pc:sldMk cId="1653632154" sldId="361"/>
            <ac:picMk id="7" creationId="{3F252861-3F64-9937-284A-63841DB4774A}"/>
          </ac:picMkLst>
        </pc:picChg>
        <pc:picChg chg="add mod">
          <ac:chgData name="Schallner Christian" userId="3dc005c6-cff8-44b1-855b-1b1edd4398d0" providerId="ADAL" clId="{B4B50DFA-6182-474B-92CE-DBA614D0BA29}" dt="2025-11-12T13:44:39.117" v="222" actId="207"/>
          <ac:picMkLst>
            <pc:docMk/>
            <pc:sldMk cId="1653632154" sldId="361"/>
            <ac:picMk id="9" creationId="{87F4C48F-8E7F-99FD-5F23-1CB802271A28}"/>
          </ac:picMkLst>
        </pc:picChg>
        <pc:picChg chg="mod">
          <ac:chgData name="Schallner Christian" userId="3dc005c6-cff8-44b1-855b-1b1edd4398d0" providerId="ADAL" clId="{B4B50DFA-6182-474B-92CE-DBA614D0BA29}" dt="2025-11-12T13:01:28.819" v="9" actId="208"/>
          <ac:picMkLst>
            <pc:docMk/>
            <pc:sldMk cId="1653632154" sldId="361"/>
            <ac:picMk id="10" creationId="{3874CDF6-7B54-CAD9-BA2C-B3B5BED93102}"/>
          </ac:picMkLst>
        </pc:picChg>
        <pc:picChg chg="add mod">
          <ac:chgData name="Schallner Christian" userId="3dc005c6-cff8-44b1-855b-1b1edd4398d0" providerId="ADAL" clId="{B4B50DFA-6182-474B-92CE-DBA614D0BA29}" dt="2025-11-12T13:44:34.556" v="221" actId="207"/>
          <ac:picMkLst>
            <pc:docMk/>
            <pc:sldMk cId="1653632154" sldId="361"/>
            <ac:picMk id="12" creationId="{E515A999-BEB6-D153-E859-F063A64F7379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57.814" v="17" actId="207"/>
        <pc:sldMkLst>
          <pc:docMk/>
          <pc:sldMk cId="2086183247" sldId="362"/>
        </pc:sldMkLst>
        <pc:picChg chg="mod">
          <ac:chgData name="Schallner Christian" userId="3dc005c6-cff8-44b1-855b-1b1edd4398d0" providerId="ADAL" clId="{B4B50DFA-6182-474B-92CE-DBA614D0BA29}" dt="2025-11-12T13:01:57.814" v="17" actId="207"/>
          <ac:picMkLst>
            <pc:docMk/>
            <pc:sldMk cId="2086183247" sldId="362"/>
            <ac:picMk id="7" creationId="{214956BE-C0B4-8E40-4BA3-067F34CCD3FC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31:06.168" v="134" actId="14100"/>
        <pc:sldMkLst>
          <pc:docMk/>
          <pc:sldMk cId="2937690081" sldId="363"/>
        </pc:sldMkLst>
        <pc:spChg chg="mod">
          <ac:chgData name="Schallner Christian" userId="3dc005c6-cff8-44b1-855b-1b1edd4398d0" providerId="ADAL" clId="{B4B50DFA-6182-474B-92CE-DBA614D0BA29}" dt="2025-11-12T13:31:06.168" v="134" actId="14100"/>
          <ac:spMkLst>
            <pc:docMk/>
            <pc:sldMk cId="2937690081" sldId="363"/>
            <ac:spMk id="4" creationId="{206757E1-778C-3F94-C186-19485C3EB4FC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2" creationId="{887F63BA-B1DC-AEEB-8692-4E4896ACDD6A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3" creationId="{36FFAF69-6AB1-90FB-02A5-40883477B61F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4" creationId="{FC971DC8-2015-05C4-C6B9-151F4E9FF2A9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6" creationId="{C34219E8-BFCC-FF66-72FC-2175DDA5C37B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7" creationId="{B77D7397-76F7-6B26-608C-CB54796E4704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8" creationId="{33BABA48-3D43-BF9C-25E9-CDF940E52D69}"/>
          </ac:spMkLst>
        </pc:spChg>
        <pc:spChg chg="mod">
          <ac:chgData name="Schallner Christian" userId="3dc005c6-cff8-44b1-855b-1b1edd4398d0" providerId="ADAL" clId="{B4B50DFA-6182-474B-92CE-DBA614D0BA29}" dt="2025-11-12T13:30:49.041" v="130" actId="1076"/>
          <ac:spMkLst>
            <pc:docMk/>
            <pc:sldMk cId="2937690081" sldId="363"/>
            <ac:spMk id="20" creationId="{C1D26090-99E7-16C8-1A29-1C0587285274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1" creationId="{E6FC9443-6987-6A5B-6A70-06DC16CE4423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2" creationId="{184A0661-35A8-40CA-A2C9-C79D63977125}"/>
          </ac:spMkLst>
        </pc:spChg>
        <pc:grpChg chg="add del mod">
          <ac:chgData name="Schallner Christian" userId="3dc005c6-cff8-44b1-855b-1b1edd4398d0" providerId="ADAL" clId="{B4B50DFA-6182-474B-92CE-DBA614D0BA29}" dt="2025-11-12T13:29:35.232" v="115" actId="27803"/>
          <ac:grpSpMkLst>
            <pc:docMk/>
            <pc:sldMk cId="2937690081" sldId="363"/>
            <ac:grpSpMk id="11" creationId="{FB7B3F63-4810-B6A2-7A01-FB360E44D15F}"/>
          </ac:grpSpMkLst>
        </pc:grpChg>
        <pc:grpChg chg="add del mod">
          <ac:chgData name="Schallner Christian" userId="3dc005c6-cff8-44b1-855b-1b1edd4398d0" providerId="ADAL" clId="{B4B50DFA-6182-474B-92CE-DBA614D0BA29}" dt="2025-11-12T13:30:07.309" v="122" actId="27803"/>
          <ac:grpSpMkLst>
            <pc:docMk/>
            <pc:sldMk cId="2937690081" sldId="363"/>
            <ac:grpSpMk id="15" creationId="{E114A367-D796-4E1E-E1F7-370AF1CD76AD}"/>
          </ac:grpSpMkLst>
        </pc:grpChg>
        <pc:grpChg chg="del mod">
          <ac:chgData name="Schallner Christian" userId="3dc005c6-cff8-44b1-855b-1b1edd4398d0" providerId="ADAL" clId="{B4B50DFA-6182-474B-92CE-DBA614D0BA29}" dt="2025-11-12T13:30:14.420" v="126" actId="27803"/>
          <ac:grpSpMkLst>
            <pc:docMk/>
            <pc:sldMk cId="2937690081" sldId="363"/>
            <ac:grpSpMk id="19" creationId="{0120E61D-6BA0-DD3A-453C-24D64B715584}"/>
          </ac:grpSpMkLst>
        </pc:grpChg>
        <pc:picChg chg="add mod">
          <ac:chgData name="Schallner Christian" userId="3dc005c6-cff8-44b1-855b-1b1edd4398d0" providerId="ADAL" clId="{B4B50DFA-6182-474B-92CE-DBA614D0BA29}" dt="2025-11-12T13:30:58.287" v="131" actId="1076"/>
          <ac:picMkLst>
            <pc:docMk/>
            <pc:sldMk cId="2937690081" sldId="363"/>
            <ac:picMk id="5" creationId="{2BF3490C-8BAC-F7DC-709F-16BAF9334FD9}"/>
          </ac:picMkLst>
        </pc:picChg>
        <pc:picChg chg="add del mod">
          <ac:chgData name="Schallner Christian" userId="3dc005c6-cff8-44b1-855b-1b1edd4398d0" providerId="ADAL" clId="{B4B50DFA-6182-474B-92CE-DBA614D0BA29}" dt="2025-11-12T13:28:23.368" v="96" actId="478"/>
          <ac:picMkLst>
            <pc:docMk/>
            <pc:sldMk cId="2937690081" sldId="363"/>
            <ac:picMk id="7" creationId="{3E5A1142-19EE-3F99-0850-49FDF7C1FE59}"/>
          </ac:picMkLst>
        </pc:picChg>
        <pc:picChg chg="add del mod">
          <ac:chgData name="Schallner Christian" userId="3dc005c6-cff8-44b1-855b-1b1edd4398d0" providerId="ADAL" clId="{B4B50DFA-6182-474B-92CE-DBA614D0BA29}" dt="2025-11-12T13:30:14.420" v="126" actId="27803"/>
          <ac:picMkLst>
            <pc:docMk/>
            <pc:sldMk cId="2937690081" sldId="363"/>
            <ac:picMk id="9" creationId="{32D49E2D-4565-8A1A-9F90-63FD1E5D80ED}"/>
          </ac:picMkLst>
        </pc:picChg>
        <pc:picChg chg="mod">
          <ac:chgData name="Schallner Christian" userId="3dc005c6-cff8-44b1-855b-1b1edd4398d0" providerId="ADAL" clId="{B4B50DFA-6182-474B-92CE-DBA614D0BA29}" dt="2025-11-12T13:02:04.757" v="19" actId="208"/>
          <ac:picMkLst>
            <pc:docMk/>
            <pc:sldMk cId="2937690081" sldId="363"/>
            <ac:picMk id="10" creationId="{FF34C802-8672-BEA6-925C-39ACAFD02955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41.281" v="13" actId="208"/>
        <pc:sldMkLst>
          <pc:docMk/>
          <pc:sldMk cId="4037029130" sldId="364"/>
        </pc:sldMkLst>
        <pc:picChg chg="mod">
          <ac:chgData name="Schallner Christian" userId="3dc005c6-cff8-44b1-855b-1b1edd4398d0" providerId="ADAL" clId="{B4B50DFA-6182-474B-92CE-DBA614D0BA29}" dt="2025-11-12T13:01:41.281" v="13" actId="208"/>
          <ac:picMkLst>
            <pc:docMk/>
            <pc:sldMk cId="4037029130" sldId="364"/>
            <ac:picMk id="7" creationId="{0F4A1AB8-27A9-86E4-6B3F-FCB66A736112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40:27.751" v="202" actId="207"/>
        <pc:sldMkLst>
          <pc:docMk/>
          <pc:sldMk cId="2375683402" sldId="365"/>
        </pc:sldMkLst>
        <pc:spChg chg="add mod ord">
          <ac:chgData name="Schallner Christian" userId="3dc005c6-cff8-44b1-855b-1b1edd4398d0" providerId="ADAL" clId="{B4B50DFA-6182-474B-92CE-DBA614D0BA29}" dt="2025-11-12T13:36:41.999" v="165" actId="207"/>
          <ac:spMkLst>
            <pc:docMk/>
            <pc:sldMk cId="2375683402" sldId="365"/>
            <ac:spMk id="13" creationId="{B3FEA0CE-E27F-2B52-B225-961751B54094}"/>
          </ac:spMkLst>
        </pc:spChg>
        <pc:spChg chg="del mod topLvl">
          <ac:chgData name="Schallner Christian" userId="3dc005c6-cff8-44b1-855b-1b1edd4398d0" providerId="ADAL" clId="{B4B50DFA-6182-474B-92CE-DBA614D0BA29}" dt="2025-11-12T13:38:11.824" v="173" actId="478"/>
          <ac:spMkLst>
            <pc:docMk/>
            <pc:sldMk cId="2375683402" sldId="365"/>
            <ac:spMk id="15" creationId="{6545FCEF-8AE6-C1A3-2BFF-000F61CC68F9}"/>
          </ac:spMkLst>
        </pc:spChg>
        <pc:spChg chg="add del mod topLvl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6" creationId="{643BEE4A-DE5E-1656-CB33-5A4396B5707D}"/>
          </ac:spMkLst>
        </pc:spChg>
        <pc:spChg chg="mod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8" creationId="{542FFD8A-25DA-F17A-3A5C-63B26A6C83BE}"/>
          </ac:spMkLst>
        </pc:spChg>
        <pc:spChg chg="mod">
          <ac:chgData name="Schallner Christian" userId="3dc005c6-cff8-44b1-855b-1b1edd4398d0" providerId="ADAL" clId="{B4B50DFA-6182-474B-92CE-DBA614D0BA29}" dt="2025-11-12T13:40:27.751" v="202" actId="207"/>
          <ac:spMkLst>
            <pc:docMk/>
            <pc:sldMk cId="2375683402" sldId="365"/>
            <ac:spMk id="19" creationId="{06619332-DCC0-DFB1-DE10-4062AFB98E6E}"/>
          </ac:spMkLst>
        </pc:spChg>
        <pc:grpChg chg="del mod">
          <ac:chgData name="Schallner Christian" userId="3dc005c6-cff8-44b1-855b-1b1edd4398d0" providerId="ADAL" clId="{B4B50DFA-6182-474B-92CE-DBA614D0BA29}" dt="2025-11-12T13:38:11.824" v="173" actId="478"/>
          <ac:grpSpMkLst>
            <pc:docMk/>
            <pc:sldMk cId="2375683402" sldId="365"/>
            <ac:grpSpMk id="14" creationId="{BB38E508-6F70-051C-3E56-1523A1CC091F}"/>
          </ac:grpSpMkLst>
        </pc:grpChg>
        <pc:grpChg chg="del mod">
          <ac:chgData name="Schallner Christian" userId="3dc005c6-cff8-44b1-855b-1b1edd4398d0" providerId="ADAL" clId="{B4B50DFA-6182-474B-92CE-DBA614D0BA29}" dt="2025-11-12T13:39:26.699" v="189" actId="27803"/>
          <ac:grpSpMkLst>
            <pc:docMk/>
            <pc:sldMk cId="2375683402" sldId="365"/>
            <ac:grpSpMk id="17" creationId="{7BAFDDDC-A465-2342-1BC4-8C4CE04BA66D}"/>
          </ac:grpSpMkLst>
        </pc:grpChg>
        <pc:picChg chg="add mod">
          <ac:chgData name="Schallner Christian" userId="3dc005c6-cff8-44b1-855b-1b1edd4398d0" providerId="ADAL" clId="{B4B50DFA-6182-474B-92CE-DBA614D0BA29}" dt="2025-11-12T13:40:25.492" v="201" actId="207"/>
          <ac:picMkLst>
            <pc:docMk/>
            <pc:sldMk cId="2375683402" sldId="365"/>
            <ac:picMk id="5" creationId="{1ECF954B-8C10-B5A1-8C5B-82525E27347F}"/>
          </ac:picMkLst>
        </pc:picChg>
        <pc:picChg chg="add del mod">
          <ac:chgData name="Schallner Christian" userId="3dc005c6-cff8-44b1-855b-1b1edd4398d0" providerId="ADAL" clId="{B4B50DFA-6182-474B-92CE-DBA614D0BA29}" dt="2025-11-12T13:34:54.272" v="142" actId="478"/>
          <ac:picMkLst>
            <pc:docMk/>
            <pc:sldMk cId="2375683402" sldId="365"/>
            <ac:picMk id="7" creationId="{9C27B4F3-483C-0CAB-54B9-4A435B8D715D}"/>
          </ac:picMkLst>
        </pc:picChg>
        <pc:picChg chg="add del mod">
          <ac:chgData name="Schallner Christian" userId="3dc005c6-cff8-44b1-855b-1b1edd4398d0" providerId="ADAL" clId="{B4B50DFA-6182-474B-92CE-DBA614D0BA29}" dt="2025-11-12T13:37:56.381" v="168" actId="27803"/>
          <ac:picMkLst>
            <pc:docMk/>
            <pc:sldMk cId="2375683402" sldId="365"/>
            <ac:picMk id="9" creationId="{472A2A1F-B084-F59D-DC63-A9BFA9B8AFC7}"/>
          </ac:picMkLst>
        </pc:picChg>
        <pc:picChg chg="mod">
          <ac:chgData name="Schallner Christian" userId="3dc005c6-cff8-44b1-855b-1b1edd4398d0" providerId="ADAL" clId="{B4B50DFA-6182-474B-92CE-DBA614D0BA29}" dt="2025-11-12T13:01:51.069" v="15" actId="207"/>
          <ac:picMkLst>
            <pc:docMk/>
            <pc:sldMk cId="2375683402" sldId="365"/>
            <ac:picMk id="10" creationId="{91BB1931-188E-5CBA-69D0-0175784E652F}"/>
          </ac:picMkLst>
        </pc:picChg>
        <pc:picChg chg="add del mod ord">
          <ac:chgData name="Schallner Christian" userId="3dc005c6-cff8-44b1-855b-1b1edd4398d0" providerId="ADAL" clId="{B4B50DFA-6182-474B-92CE-DBA614D0BA29}" dt="2025-11-12T13:39:26.699" v="189" actId="27803"/>
          <ac:picMkLst>
            <pc:docMk/>
            <pc:sldMk cId="2375683402" sldId="365"/>
            <ac:picMk id="12" creationId="{41B7AABB-567A-216D-8C7D-43B332ED8FDA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10.717" v="21" actId="208"/>
        <pc:sldMkLst>
          <pc:docMk/>
          <pc:sldMk cId="4179471944" sldId="366"/>
        </pc:sldMkLst>
        <pc:picChg chg="mod">
          <ac:chgData name="Schallner Christian" userId="3dc005c6-cff8-44b1-855b-1b1edd4398d0" providerId="ADAL" clId="{B4B50DFA-6182-474B-92CE-DBA614D0BA29}" dt="2025-11-12T13:02:10.717" v="21" actId="208"/>
          <ac:picMkLst>
            <pc:docMk/>
            <pc:sldMk cId="4179471944" sldId="366"/>
            <ac:picMk id="7" creationId="{CABB3A97-88E7-1E8F-E9CB-141AE8F45F8D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22:18.864" v="83" actId="1076"/>
        <pc:sldMkLst>
          <pc:docMk/>
          <pc:sldMk cId="3844863795" sldId="367"/>
        </pc:sldMkLst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9" creationId="{6D097DF4-5FCB-3067-882F-307C406C0B9D}"/>
          </ac:spMkLst>
        </pc:spChg>
        <pc:spChg chg="mod or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1" creationId="{670A44E5-05EE-8226-41FA-D561DC01AB15}"/>
          </ac:spMkLst>
        </pc:spChg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2" creationId="{32DD651C-9D55-F8AF-0AAE-1A25DF596B8F}"/>
          </ac:spMkLst>
        </pc:spChg>
        <pc:grpChg chg="add del mod">
          <ac:chgData name="Schallner Christian" userId="3dc005c6-cff8-44b1-855b-1b1edd4398d0" providerId="ADAL" clId="{B4B50DFA-6182-474B-92CE-DBA614D0BA29}" dt="2025-11-12T13:21:07.579" v="78" actId="27803"/>
          <ac:grpSpMkLst>
            <pc:docMk/>
            <pc:sldMk cId="3844863795" sldId="367"/>
            <ac:grpSpMk id="8" creationId="{9FBB7D36-B133-DF90-43F2-F854D65C91DD}"/>
          </ac:grpSpMkLst>
        </pc:grpChg>
        <pc:picChg chg="add del mod or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5" creationId="{B35DA394-8A65-95D0-D052-5BC34ED3567F}"/>
          </ac:picMkLst>
        </pc:picChg>
        <pc:picChg chg="add mo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7" creationId="{DEB13663-5C4E-DF3E-6592-C2D97A3BDF63}"/>
          </ac:picMkLst>
        </pc:picChg>
        <pc:picChg chg="mod">
          <ac:chgData name="Schallner Christian" userId="3dc005c6-cff8-44b1-855b-1b1edd4398d0" providerId="ADAL" clId="{B4B50DFA-6182-474B-92CE-DBA614D0BA29}" dt="2025-11-12T13:02:18.203" v="23" actId="208"/>
          <ac:picMkLst>
            <pc:docMk/>
            <pc:sldMk cId="3844863795" sldId="367"/>
            <ac:picMk id="10" creationId="{8DF57A02-53AC-C3CD-50C9-E63F7EAA9C94}"/>
          </ac:picMkLst>
        </pc:picChg>
      </pc:sldChg>
    </pc:docChg>
  </pc:docChgLst>
  <pc:docChgLst>
    <pc:chgData name="Wörndle Linus" userId="e99df0f2-d3c7-483b-b111-e87b6efc6f80" providerId="ADAL" clId="{10116F1F-7B7B-445D-B97E-2611E27ADB40}"/>
    <pc:docChg chg="undo custSel addSld modSld sldOrd">
      <pc:chgData name="Wörndle Linus" userId="e99df0f2-d3c7-483b-b111-e87b6efc6f80" providerId="ADAL" clId="{10116F1F-7B7B-445D-B97E-2611E27ADB40}" dt="2025-11-12T16:26:58.659" v="427" actId="1076"/>
      <pc:docMkLst>
        <pc:docMk/>
      </pc:docMkLst>
      <pc:sldChg chg="modSp mod">
        <pc:chgData name="Wörndle Linus" userId="e99df0f2-d3c7-483b-b111-e87b6efc6f80" providerId="ADAL" clId="{10116F1F-7B7B-445D-B97E-2611E27ADB40}" dt="2025-11-12T16:23:41.327" v="417" actId="14100"/>
        <pc:sldMkLst>
          <pc:docMk/>
          <pc:sldMk cId="3037812869" sldId="316"/>
        </pc:sldMkLst>
        <pc:spChg chg="mod">
          <ac:chgData name="Wörndle Linus" userId="e99df0f2-d3c7-483b-b111-e87b6efc6f80" providerId="ADAL" clId="{10116F1F-7B7B-445D-B97E-2611E27ADB40}" dt="2025-11-12T16:23:41.327" v="417" actId="14100"/>
          <ac:spMkLst>
            <pc:docMk/>
            <pc:sldMk cId="3037812869" sldId="316"/>
            <ac:spMk id="2" creationId="{9FF243DF-1FE9-01BE-435F-1729F4AB3DE4}"/>
          </ac:spMkLst>
        </pc:spChg>
        <pc:spChg chg="mod">
          <ac:chgData name="Wörndle Linus" userId="e99df0f2-d3c7-483b-b111-e87b6efc6f80" providerId="ADAL" clId="{10116F1F-7B7B-445D-B97E-2611E27ADB40}" dt="2025-11-12T16:23:37.936" v="416" actId="14100"/>
          <ac:spMkLst>
            <pc:docMk/>
            <pc:sldMk cId="3037812869" sldId="316"/>
            <ac:spMk id="4" creationId="{BFAF7377-87AF-3A8C-539C-8A9651F5DA33}"/>
          </ac:spMkLst>
        </pc:spChg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086183247" sldId="362"/>
        </pc:sldMkLst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937690081" sldId="363"/>
        </pc:sldMkLst>
      </pc:sldChg>
      <pc:sldChg chg="modSp mod">
        <pc:chgData name="Wörndle Linus" userId="e99df0f2-d3c7-483b-b111-e87b6efc6f80" providerId="ADAL" clId="{10116F1F-7B7B-445D-B97E-2611E27ADB40}" dt="2025-11-12T16:18:32.187" v="111" actId="20577"/>
        <pc:sldMkLst>
          <pc:docMk/>
          <pc:sldMk cId="4037029130" sldId="364"/>
        </pc:sldMkLst>
        <pc:spChg chg="mod">
          <ac:chgData name="Wörndle Linus" userId="e99df0f2-d3c7-483b-b111-e87b6efc6f80" providerId="ADAL" clId="{10116F1F-7B7B-445D-B97E-2611E27ADB40}" dt="2025-11-12T16:18:32.187" v="111" actId="20577"/>
          <ac:spMkLst>
            <pc:docMk/>
            <pc:sldMk cId="4037029130" sldId="364"/>
            <ac:spMk id="2" creationId="{8E3CCD1A-D342-DBB1-33E7-7649ACBF304C}"/>
          </ac:spMkLst>
        </pc:spChg>
      </pc:sldChg>
      <pc:sldChg chg="addSp modSp new mod">
        <pc:chgData name="Wörndle Linus" userId="e99df0f2-d3c7-483b-b111-e87b6efc6f80" providerId="ADAL" clId="{10116F1F-7B7B-445D-B97E-2611E27ADB40}" dt="2025-11-12T16:18:58.728" v="118" actId="1076"/>
        <pc:sldMkLst>
          <pc:docMk/>
          <pc:sldMk cId="1058218960" sldId="368"/>
        </pc:sldMkLst>
        <pc:picChg chg="add mod">
          <ac:chgData name="Wörndle Linus" userId="e99df0f2-d3c7-483b-b111-e87b6efc6f80" providerId="ADAL" clId="{10116F1F-7B7B-445D-B97E-2611E27ADB40}" dt="2025-11-12T16:18:58.728" v="118" actId="1076"/>
          <ac:picMkLst>
            <pc:docMk/>
            <pc:sldMk cId="1058218960" sldId="368"/>
            <ac:picMk id="3" creationId="{8E56D17E-7738-0695-7337-87EFFE4DC955}"/>
          </ac:picMkLst>
        </pc:picChg>
      </pc:sldChg>
      <pc:sldChg chg="modSp add mod">
        <pc:chgData name="Wörndle Linus" userId="e99df0f2-d3c7-483b-b111-e87b6efc6f80" providerId="ADAL" clId="{10116F1F-7B7B-445D-B97E-2611E27ADB40}" dt="2025-11-12T16:19:13.372" v="148" actId="20577"/>
        <pc:sldMkLst>
          <pc:docMk/>
          <pc:sldMk cId="120471574" sldId="369"/>
        </pc:sldMkLst>
        <pc:spChg chg="mod">
          <ac:chgData name="Wörndle Linus" userId="e99df0f2-d3c7-483b-b111-e87b6efc6f80" providerId="ADAL" clId="{10116F1F-7B7B-445D-B97E-2611E27ADB40}" dt="2025-11-12T16:19:13.372" v="148" actId="20577"/>
          <ac:spMkLst>
            <pc:docMk/>
            <pc:sldMk cId="120471574" sldId="369"/>
            <ac:spMk id="2" creationId="{5C99A83D-AF6E-7178-2B3F-08DAB16626AE}"/>
          </ac:spMkLst>
        </pc:spChg>
      </pc:sldChg>
      <pc:sldChg chg="addSp delSp modSp add mod">
        <pc:chgData name="Wörndle Linus" userId="e99df0f2-d3c7-483b-b111-e87b6efc6f80" providerId="ADAL" clId="{10116F1F-7B7B-445D-B97E-2611E27ADB40}" dt="2025-11-12T16:22:23.721" v="396" actId="1076"/>
        <pc:sldMkLst>
          <pc:docMk/>
          <pc:sldMk cId="365139622" sldId="370"/>
        </pc:sldMkLst>
        <pc:spChg chg="mod">
          <ac:chgData name="Wörndle Linus" userId="e99df0f2-d3c7-483b-b111-e87b6efc6f80" providerId="ADAL" clId="{10116F1F-7B7B-445D-B97E-2611E27ADB40}" dt="2025-11-12T16:19:40.166" v="170" actId="20577"/>
          <ac:spMkLst>
            <pc:docMk/>
            <pc:sldMk cId="365139622" sldId="370"/>
            <ac:spMk id="2" creationId="{A7F97A40-748E-D326-8FC8-FDF475AAB4B6}"/>
          </ac:spMkLst>
        </pc:spChg>
        <pc:spChg chg="mod">
          <ac:chgData name="Wörndle Linus" userId="e99df0f2-d3c7-483b-b111-e87b6efc6f80" providerId="ADAL" clId="{10116F1F-7B7B-445D-B97E-2611E27ADB40}" dt="2025-11-12T16:21:06.772" v="385" actId="6549"/>
          <ac:spMkLst>
            <pc:docMk/>
            <pc:sldMk cId="365139622" sldId="370"/>
            <ac:spMk id="4" creationId="{91CAF0F5-0B60-83BE-EF80-F19A63A3D8B6}"/>
          </ac:spMkLst>
        </pc:spChg>
        <pc:picChg chg="del">
          <ac:chgData name="Wörndle Linus" userId="e99df0f2-d3c7-483b-b111-e87b6efc6f80" providerId="ADAL" clId="{10116F1F-7B7B-445D-B97E-2611E27ADB40}" dt="2025-11-12T16:19:29.957" v="150" actId="478"/>
          <ac:picMkLst>
            <pc:docMk/>
            <pc:sldMk cId="365139622" sldId="370"/>
            <ac:picMk id="5" creationId="{14B660B5-F30B-EDBA-C79C-8E039A29268A}"/>
          </ac:picMkLst>
        </pc:picChg>
        <pc:picChg chg="add mod">
          <ac:chgData name="Wörndle Linus" userId="e99df0f2-d3c7-483b-b111-e87b6efc6f80" providerId="ADAL" clId="{10116F1F-7B7B-445D-B97E-2611E27ADB40}" dt="2025-11-12T16:22:23.721" v="396" actId="1076"/>
          <ac:picMkLst>
            <pc:docMk/>
            <pc:sldMk cId="365139622" sldId="370"/>
            <ac:picMk id="6" creationId="{FE203E54-A4E8-8B60-B119-326DB72090DE}"/>
          </ac:picMkLst>
        </pc:picChg>
        <pc:picChg chg="del">
          <ac:chgData name="Wörndle Linus" userId="e99df0f2-d3c7-483b-b111-e87b6efc6f80" providerId="ADAL" clId="{10116F1F-7B7B-445D-B97E-2611E27ADB40}" dt="2025-11-12T16:19:27.685" v="149" actId="478"/>
          <ac:picMkLst>
            <pc:docMk/>
            <pc:sldMk cId="365139622" sldId="370"/>
            <ac:picMk id="7" creationId="{8AE2C24A-EEAC-88BB-3A7A-531648A74DB8}"/>
          </ac:picMkLst>
        </pc:picChg>
      </pc:sldChg>
      <pc:sldChg chg="addSp delSp modSp add mod">
        <pc:chgData name="Wörndle Linus" userId="e99df0f2-d3c7-483b-b111-e87b6efc6f80" providerId="ADAL" clId="{10116F1F-7B7B-445D-B97E-2611E27ADB40}" dt="2025-11-12T16:26:58.659" v="427" actId="1076"/>
        <pc:sldMkLst>
          <pc:docMk/>
          <pc:sldMk cId="2214676664" sldId="371"/>
        </pc:sldMkLst>
        <pc:picChg chg="del">
          <ac:chgData name="Wörndle Linus" userId="e99df0f2-d3c7-483b-b111-e87b6efc6f80" providerId="ADAL" clId="{10116F1F-7B7B-445D-B97E-2611E27ADB40}" dt="2025-11-12T16:26:26.680" v="419" actId="478"/>
          <ac:picMkLst>
            <pc:docMk/>
            <pc:sldMk cId="2214676664" sldId="371"/>
            <ac:picMk id="3" creationId="{893B00C4-5013-F2F1-45D2-5944149CBEFB}"/>
          </ac:picMkLst>
        </pc:picChg>
        <pc:picChg chg="add mod">
          <ac:chgData name="Wörndle Linus" userId="e99df0f2-d3c7-483b-b111-e87b6efc6f80" providerId="ADAL" clId="{10116F1F-7B7B-445D-B97E-2611E27ADB40}" dt="2025-11-12T16:26:31.135" v="423" actId="1076"/>
          <ac:picMkLst>
            <pc:docMk/>
            <pc:sldMk cId="2214676664" sldId="371"/>
            <ac:picMk id="4" creationId="{BDCC4383-0DE2-9657-0D57-6DA7574B32A1}"/>
          </ac:picMkLst>
        </pc:picChg>
        <pc:picChg chg="add mod">
          <ac:chgData name="Wörndle Linus" userId="e99df0f2-d3c7-483b-b111-e87b6efc6f80" providerId="ADAL" clId="{10116F1F-7B7B-445D-B97E-2611E27ADB40}" dt="2025-11-12T16:26:58.659" v="427" actId="1076"/>
          <ac:picMkLst>
            <pc:docMk/>
            <pc:sldMk cId="2214676664" sldId="371"/>
            <ac:picMk id="6" creationId="{FF23C9E6-9229-0D27-3602-53D8488FC5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897A712-BCE0-48E1-9249-75F8D4C7A8A7}" type="datetime1">
              <a:rPr lang="de-DE" smtClean="0"/>
              <a:t>11.01.2026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397C78D2-97D1-4B37-BDD1-08A09BD4CA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F785A7A-6A0C-413D-886D-6A2F0BCC7B27}" type="datetime1">
              <a:rPr lang="de-DE" smtClean="0"/>
              <a:pPr/>
              <a:t>11.01.2026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5939589-3E79-4C82-AA4A-FE78234FAA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DCF9-68F4-A9D0-E865-706EC07A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97B520-2909-B68B-7B19-3529E6A9F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D3FFF5-C55E-4FF2-BDC2-0B9CB385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ADEF1-384C-C1AA-FBB7-69250CD1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95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Während einer langweiligen Mittagspause haben wir uns entschieden etwas zu spielen. Da wir von </a:t>
            </a:r>
            <a:r>
              <a:rPr lang="de-DE" dirty="0" err="1"/>
              <a:t>Gartic</a:t>
            </a:r>
            <a:r>
              <a:rPr lang="de-DE" dirty="0"/>
              <a:t> Phone und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Meme genug hatten, kam einer auf die gute Idee, nach einem Guess </a:t>
            </a:r>
            <a:r>
              <a:rPr lang="de-DE" dirty="0" err="1"/>
              <a:t>the</a:t>
            </a:r>
            <a:r>
              <a:rPr lang="de-DE" dirty="0"/>
              <a:t> Song zu suchen. Wir fanden ein paar Spiele, welche aber mehr oder weniger aus Werbung und schlechten UI bestanden, deswegen widmeten wir uns in diesem Projekt einem Guess </a:t>
            </a:r>
            <a:r>
              <a:rPr lang="de-DE" dirty="0" err="1"/>
              <a:t>the</a:t>
            </a:r>
            <a:r>
              <a:rPr lang="de-DE" dirty="0"/>
              <a:t> Song Spiel, in welchem man sich gegenseitig in Form einer Rangliste messen kann. </a:t>
            </a:r>
            <a:br>
              <a:rPr lang="de-DE" dirty="0"/>
            </a:br>
            <a:r>
              <a:rPr lang="de-DE" dirty="0"/>
              <a:t>- Viele Projekte, hier </a:t>
            </a:r>
            <a:r>
              <a:rPr lang="de-DE" dirty="0" err="1"/>
              <a:t>neuheit</a:t>
            </a:r>
            <a:r>
              <a:rPr lang="de-DE" dirty="0"/>
              <a:t>: Woher und wie bekommen wir Songs.</a:t>
            </a:r>
          </a:p>
          <a:p>
            <a:r>
              <a:rPr lang="de-DE" dirty="0"/>
              <a:t>-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40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1B53-2815-2816-1B14-84173A55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0CD43-884B-3BD3-AB56-060098333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5EB10E-4D0E-7080-932C-678E1D3ED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CB7F1-1E5B-6116-34FD-9AD7FA8EE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62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0A2C-6915-70D9-8843-207669CB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5606EA-5F1D-BB0B-9D25-A4C1FEEB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E06213-CED9-D9DB-39F8-CCC7B7EA0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EB1F9-91B7-CB0F-179D-F2F01A30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3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8AB1-DF1F-8464-3F7A-196FBD32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DCF07-87A4-C1C6-23E0-94A116A7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20717D8-FD7B-1EB6-C49E-A00AFFC41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BE0BA-7F2E-1019-A19E-87A0BB69A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962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3530-5326-F851-10A9-5E258C0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6B4369-B215-ABD4-3A57-57BBB9CA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7AA4A9-F34B-6E93-2ADE-5D4D1438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883446-97D1-9020-BB10-4B022D9DB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74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de-DE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3" name="Bildplatzhalt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5" name="Bildplatzhalt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de-DE" sz="1800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defRPr lang="de-DE" sz="1600"/>
            </a:lvl2pPr>
            <a:lvl3pPr marL="457200">
              <a:defRPr lang="de-DE" sz="1400"/>
            </a:lvl3pPr>
            <a:lvl4pPr marL="685800">
              <a:defRPr lang="de-DE" sz="1200"/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fik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9" name="Grafik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+ Untertitelfoli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de-DE" sz="4000" b="1" i="0" kern="0" cap="all" spc="0" baseline="0"/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lnSpc>
                <a:spcPct val="110000"/>
              </a:lnSpc>
              <a:defRPr lang="de-DE" sz="1600"/>
            </a:lvl2pPr>
            <a:lvl3pPr marL="457200">
              <a:lnSpc>
                <a:spcPct val="110000"/>
              </a:lnSpc>
              <a:defRPr lang="de-DE" sz="1400"/>
            </a:lvl3pPr>
            <a:lvl4pPr marL="685800">
              <a:lnSpc>
                <a:spcPct val="110000"/>
              </a:lnSpc>
              <a:defRPr lang="de-DE" sz="1200"/>
            </a:lvl4pPr>
            <a:lvl5pPr marL="914400">
              <a:lnSpc>
                <a:spcPct val="110000"/>
              </a:lnSpc>
              <a:defRPr lang="de-DE"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0" name="Fußzeilenplatzhalt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de-DE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de-DE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de-DE" sz="1200">
                <a:solidFill>
                  <a:schemeClr val="tx1"/>
                </a:solidFill>
              </a:defRPr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>
              <a:spcBef>
                <a:spcPts val="1200"/>
              </a:spcBef>
              <a:defRPr lang="de-DE" sz="1800"/>
            </a:lvl2pPr>
            <a:lvl3pPr marL="914400">
              <a:spcBef>
                <a:spcPts val="1200"/>
              </a:spcBef>
              <a:defRPr lang="de-DE" sz="1800"/>
            </a:lvl3pPr>
            <a:lvl4pPr marL="1371600">
              <a:spcBef>
                <a:spcPts val="1200"/>
              </a:spcBef>
              <a:defRPr lang="de-DE" sz="1800"/>
            </a:lvl4pPr>
            <a:lvl5pPr marL="18288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800"/>
            </a:lvl2pPr>
            <a:lvl3pPr>
              <a:spcBef>
                <a:spcPts val="1200"/>
              </a:spcBef>
              <a:defRPr lang="de-DE" sz="1800"/>
            </a:lvl3pPr>
            <a:lvl4pPr>
              <a:spcBef>
                <a:spcPts val="1200"/>
              </a:spcBef>
              <a:defRPr lang="de-DE" sz="1800"/>
            </a:lvl4pPr>
            <a:lvl5pPr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fik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7" name="Grafik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8" name="Grafik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fik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6" name="Grafik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7" name="Grafik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blasen und Titel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de-DE" sz="48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5" name="Grafik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6" name="Grafik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t>‹Nr.›</a:t>
            </a:fld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de-DE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de-D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Melodia</a:t>
            </a:r>
            <a:br>
              <a:rPr lang="de-DE" dirty="0"/>
            </a:br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Rythm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-524485"/>
            <a:ext cx="5918072" cy="33047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001992"/>
            <a:ext cx="5918068" cy="330472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Projektidee &amp; Anforderungen – 1</a:t>
            </a:r>
          </a:p>
          <a:p>
            <a:pPr rtl="0"/>
            <a:r>
              <a:rPr lang="de-DE" dirty="0"/>
              <a:t>Das Projektteam - 2</a:t>
            </a:r>
          </a:p>
          <a:p>
            <a:pPr rtl="0"/>
            <a:r>
              <a:rPr lang="de-DE" dirty="0"/>
              <a:t>Technische Umsetzung - 3</a:t>
            </a:r>
          </a:p>
          <a:p>
            <a:pPr rtl="0"/>
            <a:r>
              <a:rPr lang="de-DE" dirty="0"/>
              <a:t>GitHub – 4</a:t>
            </a:r>
          </a:p>
          <a:p>
            <a:r>
              <a:rPr lang="de-DE" dirty="0"/>
              <a:t>Live Demo - 5</a:t>
            </a:r>
          </a:p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r>
              <a:rPr lang="de-DE" dirty="0"/>
              <a:t> - 6</a:t>
            </a:r>
          </a:p>
          <a:p>
            <a:r>
              <a:rPr lang="de-DE" dirty="0"/>
              <a:t>Q&amp;A - 7</a:t>
            </a:r>
          </a:p>
          <a:p>
            <a:pPr rtl="0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C8C4A6-7E07-589D-A5FF-356F3D6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2929612"/>
            <a:ext cx="3009000" cy="30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A33F-C7CB-8D7A-0C35-3FD30274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EDE6C-E9B2-9CE6-65F8-8D2731D3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Projektidee &amp; Anforderungen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55B39F-1ED2-D546-ECCB-E7D49508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3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6204B-AA52-F115-4EBD-DA877DE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Projektidee &amp; Anforderungen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CD0A8-403C-C644-6ADE-F1A55B82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Webbasiertes „Guess </a:t>
            </a:r>
            <a:r>
              <a:rPr lang="de-DE" dirty="0" err="1"/>
              <a:t>the</a:t>
            </a:r>
            <a:r>
              <a:rPr lang="de-DE" dirty="0"/>
              <a:t> Song“-Spiel mit Rangliste</a:t>
            </a:r>
          </a:p>
          <a:p>
            <a:pPr marL="285750" indent="-285750">
              <a:buFontTx/>
              <a:buChar char="-"/>
            </a:pPr>
            <a:r>
              <a:rPr lang="de-DE" dirty="0"/>
              <a:t>Problemstellung: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Woher/Wie bekommen wir Songs?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Wie funktionieren die APIs von Audio-Streaming Anbieter?</a:t>
            </a:r>
          </a:p>
          <a:p>
            <a:pPr marL="285750" indent="-285750">
              <a:buFontTx/>
              <a:buChar char="-"/>
            </a:pPr>
            <a:r>
              <a:rPr lang="de-DE" dirty="0"/>
              <a:t>Ziele: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Funktionierender Prototyp des Musik-Quizspiels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Funktionierende Rangliste für Spielmotivation</a:t>
            </a:r>
          </a:p>
          <a:p>
            <a:pPr marL="285750" indent="-285750">
              <a:buFontTx/>
              <a:buChar char="-"/>
            </a:pPr>
            <a:r>
              <a:rPr lang="de-DE" dirty="0"/>
              <a:t>Nebenziele: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Responsive Design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Implementierung einer sicheren Authentifizierung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Zielgruppe: Musikinteressierte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FA2A57-B0AB-A23F-DD1C-E82B68933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Tanzen mit einfarbiger Füllung">
            <a:extLst>
              <a:ext uri="{FF2B5EF4-FFF2-40B4-BE49-F238E27FC236}">
                <a16:creationId xmlns:a16="http://schemas.microsoft.com/office/drawing/2014/main" id="{7B950E56-E6F4-2D68-EE5C-380AA83D0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65591">
            <a:off x="891538" y="3129213"/>
            <a:ext cx="1781810" cy="1781810"/>
          </a:xfrm>
          <a:prstGeom prst="rect">
            <a:avLst/>
          </a:prstGeom>
        </p:spPr>
      </p:pic>
      <p:pic>
        <p:nvPicPr>
          <p:cNvPr id="7" name="Grafik 6" descr="Gehirn im Kopf Silhouette">
            <a:extLst>
              <a:ext uri="{FF2B5EF4-FFF2-40B4-BE49-F238E27FC236}">
                <a16:creationId xmlns:a16="http://schemas.microsoft.com/office/drawing/2014/main" id="{0F1D806A-E6CA-F733-7715-524F160B81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5883" y="4645152"/>
            <a:ext cx="2034400" cy="20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2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9A05-78F6-EF7D-EA63-D5401674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9A83D-AF6E-7178-2B3F-08DAB1662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Das Projektteam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B599F3-4532-7723-8CE6-40DA1A60F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CEFF-253E-E3C6-8C36-D4540B46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97A40-748E-D326-8FC8-FDF475AA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Das </a:t>
            </a:r>
            <a:r>
              <a:rPr lang="de-DE" err="1"/>
              <a:t>Projekteam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CAF0F5-0B60-83BE-EF80-F19A63A3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PL – Linus Wörndle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285750" indent="-285750">
              <a:buFontTx/>
              <a:buChar char="-"/>
            </a:pPr>
            <a:r>
              <a:rPr lang="de-AT" dirty="0"/>
              <a:t>PTM - Christian </a:t>
            </a:r>
            <a:r>
              <a:rPr lang="de-AT" dirty="0" err="1"/>
              <a:t>Schallner</a:t>
            </a:r>
            <a:endParaRPr lang="de-AT" dirty="0"/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Fokus: Backend</a:t>
            </a:r>
          </a:p>
          <a:p>
            <a:pPr marL="285750" indent="-285750">
              <a:buFontTx/>
              <a:buChar char="-"/>
            </a:pPr>
            <a:r>
              <a:rPr lang="de-AT" dirty="0"/>
              <a:t>PTM – Fabian Lampert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Fokus: Frontend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9294DBC-1937-3342-EB73-160D121CE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6" name="Grafik 5" descr="Sitzungssaal Silhouette">
            <a:extLst>
              <a:ext uri="{FF2B5EF4-FFF2-40B4-BE49-F238E27FC236}">
                <a16:creationId xmlns:a16="http://schemas.microsoft.com/office/drawing/2014/main" id="{FE203E54-A4E8-8B60-B119-326DB7209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385" y="2408208"/>
            <a:ext cx="1633268" cy="16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187B-76F4-E670-F3A4-B0BFDA43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F57EE-6C25-BE8A-66D7-BB62ED767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/>
              <a:t>Technische Umsetzung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9B58F6C-227F-B795-863D-B22FF3BB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C119-4D66-584F-50CA-811DF3EF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979E8-A28B-B13D-9128-53EAF67C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Technische Umsetzung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925F8-F32B-95FC-1B36-01B7FC51B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Tech-Stack: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Frontend: Vue.js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Backend: Express.js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Datenbank: MongoDB</a:t>
            </a:r>
          </a:p>
          <a:p>
            <a:pPr marL="285750" indent="-285750">
              <a:buFontTx/>
              <a:buChar char="-"/>
            </a:pPr>
            <a:r>
              <a:rPr lang="de-DE" dirty="0"/>
              <a:t>Ursprünglich geplant: Spotify API</a:t>
            </a:r>
          </a:p>
          <a:p>
            <a:pPr marL="285750" indent="-285750">
              <a:buFontTx/>
              <a:buChar char="-"/>
            </a:pPr>
            <a:r>
              <a:rPr lang="de-DE" dirty="0"/>
              <a:t>Vorübergehende Lösung: lokale .mp3 Dateien eingebunden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Schlussendlich: Deezer API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74CDF6-7B54-CAD9-BA2C-B3B5BED93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Datenbank Silhouette">
            <a:extLst>
              <a:ext uri="{FF2B5EF4-FFF2-40B4-BE49-F238E27FC236}">
                <a16:creationId xmlns:a16="http://schemas.microsoft.com/office/drawing/2014/main" id="{7CBD705B-A0C7-4B37-7338-EFF0C79A5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1909" y="5722268"/>
            <a:ext cx="792550" cy="792550"/>
          </a:xfrm>
          <a:prstGeom prst="rect">
            <a:avLst/>
          </a:prstGeom>
        </p:spPr>
      </p:pic>
      <p:pic>
        <p:nvPicPr>
          <p:cNvPr id="7" name="Grafik 6" descr="Prioritäten mit einfarbiger Füllung">
            <a:extLst>
              <a:ext uri="{FF2B5EF4-FFF2-40B4-BE49-F238E27FC236}">
                <a16:creationId xmlns:a16="http://schemas.microsoft.com/office/drawing/2014/main" id="{3F252861-3F64-9937-284A-63841DB47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160" y="3798988"/>
            <a:ext cx="3009064" cy="3009064"/>
          </a:xfrm>
          <a:prstGeom prst="rect">
            <a:avLst/>
          </a:prstGeom>
        </p:spPr>
      </p:pic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87F4C48F-8E7F-99FD-5F23-1CB802271A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4348" y="5010150"/>
            <a:ext cx="707672" cy="707672"/>
          </a:xfrm>
          <a:prstGeom prst="rect">
            <a:avLst/>
          </a:prstGeom>
        </p:spPr>
      </p:pic>
      <p:pic>
        <p:nvPicPr>
          <p:cNvPr id="12" name="Grafik 11" descr="Monitor mit einfarbiger Füllung">
            <a:extLst>
              <a:ext uri="{FF2B5EF4-FFF2-40B4-BE49-F238E27FC236}">
                <a16:creationId xmlns:a16="http://schemas.microsoft.com/office/drawing/2014/main" id="{E515A999-BEB6-D153-E859-F063A64F73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2834" y="4206240"/>
            <a:ext cx="670700" cy="6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18A8-3662-0FC7-8430-6833ED9B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CCD1A-D342-DBB1-33E7-7649ACBF3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GitHub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4A1AB8-27A9-86E4-6B3F-FCB66A736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B39960D1-B47B-7BD8-1B62-2C8A9C9B9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1190312"/>
            <a:ext cx="8716591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A1C9-7065-9BB1-F618-B52F27CA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unten 1">
            <a:extLst>
              <a:ext uri="{FF2B5EF4-FFF2-40B4-BE49-F238E27FC236}">
                <a16:creationId xmlns:a16="http://schemas.microsoft.com/office/drawing/2014/main" id="{5BE805A5-7E4B-1D4B-A06E-3A133B306C26}"/>
              </a:ext>
            </a:extLst>
          </p:cNvPr>
          <p:cNvSpPr/>
          <p:nvPr/>
        </p:nvSpPr>
        <p:spPr>
          <a:xfrm>
            <a:off x="2395728" y="3246120"/>
            <a:ext cx="2368296" cy="704088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DCC4383-0DE2-9657-0D57-6DA7574B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60" y="236111"/>
            <a:ext cx="3838813" cy="3023870"/>
          </a:xfrm>
          <a:prstGeom prst="rect">
            <a:avLst/>
          </a:prstGeom>
        </p:spPr>
      </p:pic>
      <p:pic>
        <p:nvPicPr>
          <p:cNvPr id="3" name="Grafik 2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692BF545-2725-7D98-3F1F-1ECB002F0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97" y="378659"/>
            <a:ext cx="2610651" cy="6100681"/>
          </a:xfrm>
          <a:prstGeom prst="rect">
            <a:avLst/>
          </a:prstGeom>
        </p:spPr>
      </p:pic>
      <p:pic>
        <p:nvPicPr>
          <p:cNvPr id="6" name="Grafik 5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734149A8-9F36-644E-901D-8C82438BD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660" y="4165410"/>
            <a:ext cx="3843850" cy="20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7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9AA5-09D7-F70A-8582-84F541D2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32BC3-FF1A-8B17-BA53-09A27AE4A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4956BE-C0B4-8E40-4BA3-067F34CCD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B6CD-3CB1-CAEF-4CEC-F6742FF6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64549-A466-776D-6867-2E6D9E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6757E1-778C-3F94-C186-19485C3E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194560"/>
            <a:ext cx="6647688" cy="430983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Künstliche </a:t>
            </a:r>
            <a:r>
              <a:rPr lang="de-DE" dirty="0"/>
              <a:t>Intelligenz richtig einsetzen (Kein Vibe Coding) </a:t>
            </a:r>
          </a:p>
          <a:p>
            <a:pPr lvl="1" indent="0">
              <a:buNone/>
            </a:pPr>
            <a:r>
              <a:rPr lang="de-DE" dirty="0"/>
              <a:t>      -&gt; Ansonsten unsaubere </a:t>
            </a:r>
            <a:r>
              <a:rPr lang="de-DE" dirty="0" err="1"/>
              <a:t>Codebase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Umgang mit den Restriktionen der API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Deezer-API benötigt keine Anmeldung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50 </a:t>
            </a:r>
            <a:r>
              <a:rPr lang="de-DE" dirty="0" err="1"/>
              <a:t>Requests</a:t>
            </a:r>
            <a:r>
              <a:rPr lang="de-DE" dirty="0"/>
              <a:t> in 5 Sekunden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Nur Previews (keine vollständigen Lieder) </a:t>
            </a:r>
          </a:p>
          <a:p>
            <a:pPr marL="742950" lvl="2" indent="-285750">
              <a:buFontTx/>
              <a:buChar char="-"/>
            </a:pPr>
            <a:r>
              <a:rPr lang="de-DE" dirty="0"/>
              <a:t>Previews sind nur 15 min gültig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F34C802-8672-BEA6-925C-39ACAFD02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6" name="Grafik 5" descr="Klassenzimmer mit einfarbiger Füllung">
            <a:extLst>
              <a:ext uri="{FF2B5EF4-FFF2-40B4-BE49-F238E27FC236}">
                <a16:creationId xmlns:a16="http://schemas.microsoft.com/office/drawing/2014/main" id="{D8BD6552-5FC0-E898-6B8B-CDECAD591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3098" y="4666262"/>
            <a:ext cx="1629326" cy="1629326"/>
          </a:xfrm>
          <a:prstGeom prst="rect">
            <a:avLst/>
          </a:prstGeom>
        </p:spPr>
      </p:pic>
      <p:pic>
        <p:nvPicPr>
          <p:cNvPr id="8" name="Grafik 7" descr="Skizze Silhouette">
            <a:extLst>
              <a:ext uri="{FF2B5EF4-FFF2-40B4-BE49-F238E27FC236}">
                <a16:creationId xmlns:a16="http://schemas.microsoft.com/office/drawing/2014/main" id="{96CC1579-02F0-81FA-415A-FE12B3095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1461" y="2377440"/>
            <a:ext cx="1617442" cy="161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1801368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Questions &amp; </a:t>
            </a:r>
            <a:r>
              <a:rPr lang="de-DE" kern="0" dirty="0" err="1"/>
              <a:t>Answers</a:t>
            </a:r>
            <a:endParaRPr lang="de-DE" kern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AA2B74-5A74-82A4-11E5-C93D83C2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313" y="3372855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9E70E-9EE9-0D61-806A-01C2D7746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</a:t>
            </a:r>
            <a:br>
              <a:rPr lang="de-DE" dirty="0"/>
            </a:b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E371745-0D35-8756-1413-7936A989D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7381" y="390890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4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radientVTI">
  <a:themeElements>
    <a:clrScheme name="Benutzerdefiniert 6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AB73D5"/>
      </a:accent1>
      <a:accent2>
        <a:srgbClr val="5723FB"/>
      </a:accent2>
      <a:accent3>
        <a:srgbClr val="00B0F0"/>
      </a:accent3>
      <a:accent4>
        <a:srgbClr val="42E0BA"/>
      </a:accent4>
      <a:accent5>
        <a:srgbClr val="00B050"/>
      </a:accent5>
      <a:accent6>
        <a:srgbClr val="92D050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2_TF89338750_Win32" id="{1B8D0EAE-E44A-4466-BFAE-B718E10159C7}" vid="{DB463A2D-C5D7-44D1-9C64-7F463E6424F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46E0-DCC8-4209-B539-AA58186B682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Galaxy-Präsentation</Template>
  <TotalTime>0</TotalTime>
  <Words>319</Words>
  <Application>Microsoft Office PowerPoint</Application>
  <PresentationFormat>Breitbild</PresentationFormat>
  <Paragraphs>66</Paragraphs>
  <Slides>16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Univers</vt:lpstr>
      <vt:lpstr>GradientVTI</vt:lpstr>
      <vt:lpstr>Melodia Feel the Rythm. </vt:lpstr>
      <vt:lpstr>Agenda</vt:lpstr>
      <vt:lpstr>Projektidee &amp; Anforderungen</vt:lpstr>
      <vt:lpstr>Projektidee &amp; Anforderungen</vt:lpstr>
      <vt:lpstr>Das Projektteam</vt:lpstr>
      <vt:lpstr>Das Projekteam</vt:lpstr>
      <vt:lpstr>Technische Umsetzung</vt:lpstr>
      <vt:lpstr>Technische Umsetzung</vt:lpstr>
      <vt:lpstr>GitHub</vt:lpstr>
      <vt:lpstr>PowerPoint-Präsentation</vt:lpstr>
      <vt:lpstr>PowerPoint-Präsentation</vt:lpstr>
      <vt:lpstr>Live Demo</vt:lpstr>
      <vt:lpstr>Lessons Learned</vt:lpstr>
      <vt:lpstr>Lessons Learned</vt:lpstr>
      <vt:lpstr>Questions &amp; Answers</vt:lpstr>
      <vt:lpstr>Vielen Dank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Wörndle</dc:creator>
  <cp:lastModifiedBy>Linus Wörndle</cp:lastModifiedBy>
  <cp:revision>9</cp:revision>
  <dcterms:created xsi:type="dcterms:W3CDTF">2025-11-12T07:48:22Z</dcterms:created>
  <dcterms:modified xsi:type="dcterms:W3CDTF">2026-01-11T13:16:11Z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